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76" r:id="rId10"/>
    <p:sldId id="277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8" r:id="rId22"/>
    <p:sldId id="279" r:id="rId23"/>
    <p:sldId id="280" r:id="rId24"/>
    <p:sldId id="273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48B7A-0258-4D4D-BCE4-28CA2B1B8F94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80BD7-4D08-4B61-9B36-898F88A0E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33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28-08-2026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1834" y="557248"/>
            <a:ext cx="9584533" cy="1138963"/>
          </a:xfrm>
        </p:spPr>
        <p:txBody>
          <a:bodyPr>
            <a:normAutofit fontScale="90000"/>
          </a:bodyPr>
          <a:lstStyle/>
          <a:p>
            <a:r>
              <a:rPr sz="4000" dirty="0"/>
              <a:t>Privacy-Preserving Collaborative IDS for Internet-of-Vehicle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163FD-9067-3CAB-AE64-97DCF954E045}"/>
              </a:ext>
            </a:extLst>
          </p:cNvPr>
          <p:cNvSpPr txBox="1"/>
          <p:nvPr/>
        </p:nvSpPr>
        <p:spPr>
          <a:xfrm>
            <a:off x="1130060" y="3873260"/>
            <a:ext cx="226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Thanking,</a:t>
            </a:r>
          </a:p>
          <a:p>
            <a:r>
              <a:rPr lang="en-US" dirty="0"/>
              <a:t>Dr. Durga</a:t>
            </a:r>
          </a:p>
          <a:p>
            <a:r>
              <a:rPr lang="en-US" dirty="0"/>
              <a:t>Dr. Uma</a:t>
            </a:r>
          </a:p>
          <a:p>
            <a:r>
              <a:rPr lang="en-US" dirty="0"/>
              <a:t>Dr. </a:t>
            </a:r>
            <a:r>
              <a:rPr lang="en-US" dirty="0" err="1"/>
              <a:t>Anusuya</a:t>
            </a:r>
            <a:endParaRPr lang="en-US" dirty="0"/>
          </a:p>
          <a:p>
            <a:r>
              <a:rPr lang="en-US" dirty="0"/>
              <a:t>Dr. Praveen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from Last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223166"/>
            <a:ext cx="9233916" cy="3590132"/>
          </a:xfrm>
        </p:spPr>
        <p:txBody>
          <a:bodyPr wrap="square">
            <a:normAutofit/>
          </a:bodyPr>
          <a:lstStyle/>
          <a:p>
            <a:r>
              <a:rPr sz="2400" dirty="0" err="1"/>
              <a:t>ChebyKAN</a:t>
            </a:r>
            <a:r>
              <a:rPr sz="2400" dirty="0"/>
              <a:t> adopted as the IDS trunk — 44,164 parameters, 14× smaller than the </a:t>
            </a:r>
            <a:r>
              <a:rPr sz="2400" dirty="0" err="1"/>
              <a:t>MamKANformer</a:t>
            </a:r>
            <a:r>
              <a:rPr sz="2400" dirty="0"/>
              <a:t> trunk</a:t>
            </a:r>
          </a:p>
          <a:p>
            <a:r>
              <a:rPr sz="2400" dirty="0"/>
              <a:t>Layer-wise homomorphic federated aggregation demonstrated across all four datasets</a:t>
            </a:r>
          </a:p>
          <a:p>
            <a:r>
              <a:rPr sz="2400" dirty="0"/>
              <a:t>Committed to CKKS (</a:t>
            </a:r>
            <a:r>
              <a:rPr sz="2400" dirty="0" err="1"/>
              <a:t>FheFL</a:t>
            </a:r>
            <a:r>
              <a:rPr sz="2400" dirty="0"/>
              <a:t>) so the server never sees an individual plaintext update</a:t>
            </a:r>
          </a:p>
          <a:p>
            <a:r>
              <a:rPr sz="2400" dirty="0"/>
              <a:t>Review action item: present the mathematical foundations of CKKS — addressed in this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412" y="2232310"/>
            <a:ext cx="8383524" cy="3590132"/>
          </a:xfrm>
        </p:spPr>
        <p:txBody>
          <a:bodyPr wrap="square">
            <a:normAutofit/>
          </a:bodyPr>
          <a:lstStyle/>
          <a:p>
            <a:r>
              <a:rPr dirty="0"/>
              <a:t>Mathematical foundations of CKKS</a:t>
            </a:r>
          </a:p>
          <a:p>
            <a:r>
              <a:rPr dirty="0"/>
              <a:t>Baseline: FHE vs No-FHE — the control established before model quantization</a:t>
            </a:r>
          </a:p>
          <a:p>
            <a:r>
              <a:rPr dirty="0"/>
              <a:t>System validation — proactive data-engineering validation</a:t>
            </a:r>
          </a:p>
          <a:p>
            <a:r>
              <a:rPr dirty="0"/>
              <a:t>V2X communication protocol — FHE with AES / ECDH</a:t>
            </a:r>
          </a:p>
          <a:p>
            <a:r>
              <a:rPr lang="en-US" dirty="0"/>
              <a:t>M</a:t>
            </a:r>
            <a:r>
              <a:rPr dirty="0"/>
              <a:t>ulti-key CKKS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Where We Stand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IN" sz="2400" dirty="0"/>
              <a:t>T</a:t>
            </a:r>
            <a:r>
              <a:rPr sz="2400" dirty="0" err="1"/>
              <a:t>hreat</a:t>
            </a:r>
            <a:r>
              <a:rPr sz="2400" dirty="0"/>
              <a:t> model, security specification, library evaluation, packing &amp; encoding module, NTT reference implementation</a:t>
            </a:r>
          </a:p>
          <a:p>
            <a:r>
              <a:rPr lang="en-US" sz="2400" dirty="0"/>
              <a:t>A</a:t>
            </a:r>
            <a:r>
              <a:rPr sz="2400" dirty="0"/>
              <a:t>utomated tests guarding data integrity, cryptographic correctness, and the privacy invariant — all passing</a:t>
            </a:r>
          </a:p>
          <a:p>
            <a:r>
              <a:rPr sz="2400" dirty="0"/>
              <a:t>Real CKKS now replaces the placeholder throughout the federated loop</a:t>
            </a:r>
          </a:p>
          <a:p>
            <a:r>
              <a:rPr lang="en-IN" sz="2400" dirty="0"/>
              <a:t>T</a:t>
            </a:r>
            <a:r>
              <a:rPr sz="2400" dirty="0"/>
              <a:t>he homomorphic aggregator  is implemented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Foundations — The CKKS Scheme</a:t>
            </a:r>
            <a:r>
              <a:rPr lang="en-IN" dirty="0"/>
              <a:t> (worked example)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CD7D6-537E-73F5-04C2-34C7459A0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650" y="1763840"/>
            <a:ext cx="7758686" cy="4296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788A74-9DF2-8F39-82F0-88E5C4B0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43" y="1792749"/>
            <a:ext cx="8424133" cy="34524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A14F0-913A-912A-15FB-76503245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9A25-E8A3-BDD4-1F1C-EF710A3D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EA55B-B40F-9251-4E67-D7F8AE6D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761717"/>
            <a:ext cx="8542001" cy="32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3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7DD9-22FA-DBFB-11D2-4915F3CC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7E533-1D21-BC92-A43B-7A6E5E4B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(worked example)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C897A-EECF-3818-D3CA-512284BF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1" y="1690688"/>
            <a:ext cx="6172201" cy="3648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D937C-FAE2-925A-44F8-FCC33A23A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990" y="3703006"/>
            <a:ext cx="5800129" cy="14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4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74B9-9BE4-8734-E795-2C16CD9B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E597-A7F1-55B8-B444-C23CA8C6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</a:t>
            </a:r>
            <a:r>
              <a:rPr lang="en-US" dirty="0"/>
              <a:t>Real CKKS case</a:t>
            </a:r>
            <a:r>
              <a:rPr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19E53-12E5-415A-0F47-4A2FCD32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96" y="1790699"/>
            <a:ext cx="8211353" cy="433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20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9DA2-6595-D655-8237-7D90A9F4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04A7-B715-C98C-B3D8-00996FCB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Mathematical Foundations — Homomorphic Aggregation (</a:t>
            </a:r>
            <a:r>
              <a:rPr lang="en-US" dirty="0"/>
              <a:t>Real CKKS Case</a:t>
            </a:r>
            <a:r>
              <a:rPr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C1ABA-1C5B-306B-3568-CAF1A6524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259" y="1778383"/>
            <a:ext cx="5664892" cy="4155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0CF1BD-F55F-0A85-AE90-AE58B1D74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549" y="3918737"/>
            <a:ext cx="4846523" cy="8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3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Foundations — Noise, Depth, and Why It Shapes the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Every ciphertext carries growing noise; every ciphertext × ciphertext multiply consumes one prime ("level") from the modulus chain via rescaling</a:t>
            </a:r>
          </a:p>
          <a:p>
            <a:r>
              <a:rPr sz="2000" dirty="0"/>
              <a:t>A chain of L primes supports L − 2 multiplications — the depth budget is the binding design constraint</a:t>
            </a:r>
          </a:p>
          <a:p>
            <a:r>
              <a:rPr sz="2000" dirty="0"/>
              <a:t>Security is set by ring dimension N vs total modulus bits: at N = 8192, 128-bit security allows ≤ 218 bits → 2 multiplicative levels</a:t>
            </a:r>
          </a:p>
          <a:p>
            <a:r>
              <a:rPr sz="2000" dirty="0"/>
              <a:t>Homomorphic addition is about 490× cheaper than ciphertext multiplication (measured)</a:t>
            </a:r>
          </a:p>
          <a:p>
            <a:r>
              <a:rPr sz="2000" dirty="0"/>
              <a:t>Consequence: the </a:t>
            </a:r>
            <a:r>
              <a:rPr sz="2000" dirty="0" err="1"/>
              <a:t>FheFL</a:t>
            </a:r>
            <a:r>
              <a:rPr sz="2000" dirty="0"/>
              <a:t> protocol is engineered to need as few ciphertext × ciphertext multiplies as possible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FHE vs No-FHE —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 wrap="square">
            <a:normAutofit/>
          </a:bodyPr>
          <a:lstStyle/>
          <a:p>
            <a:r>
              <a:rPr sz="2000" dirty="0"/>
              <a:t>Purpose: the mandatory control before model quantization — measure what encryption costs before adding a second approximation</a:t>
            </a:r>
          </a:p>
          <a:p>
            <a:r>
              <a:rPr sz="2000" dirty="0"/>
              <a:t>Real </a:t>
            </a:r>
            <a:r>
              <a:rPr sz="2000" dirty="0" err="1"/>
              <a:t>TenSEAL</a:t>
            </a:r>
            <a:r>
              <a:rPr sz="2000" dirty="0"/>
              <a:t> CKKS on one arm, exact plaintext on the other, everything else held identical</a:t>
            </a:r>
          </a:p>
          <a:p>
            <a:r>
              <a:rPr sz="2000" dirty="0"/>
              <a:t>3 seeds · 10 simulated vehicles · 5 federated rounds · Dirichlet α = 0.3 · 70% client sampling</a:t>
            </a:r>
          </a:p>
          <a:p>
            <a:r>
              <a:rPr sz="2000" dirty="0"/>
              <a:t>The two backends are asserted bitwise-identical on the aggregation path (</a:t>
            </a:r>
            <a:r>
              <a:rPr sz="2000" dirty="0" err="1"/>
              <a:t>test_backend_equivalence</a:t>
            </a:r>
            <a:r>
              <a:rPr sz="2000" dirty="0"/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FHE vs No-FHE —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7606"/>
              </p:ext>
            </p:extLst>
          </p:nvPr>
        </p:nvGraphicFramePr>
        <p:xfrm>
          <a:off x="1189300" y="1766314"/>
          <a:ext cx="9218088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2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600" b="1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/>
                        <a:t>CKKS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Plaintext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Verdict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CAN-VTC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Car-Hacking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−0.0004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CICIDS-2017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0.9542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+0.0012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/>
                        <a:t>VeReMi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0.4851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−0.0012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within seed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9300" y="3866314"/>
            <a:ext cx="83301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Finding: encryption costs no accuracy — the CKKS/plaintext gap is smaller than seed-to-seed variance on every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CAN-VTC = 100% is flood detection, not </a:t>
            </a:r>
            <a:r>
              <a:rPr sz="1600" dirty="0" err="1"/>
              <a:t>generalisation</a:t>
            </a:r>
            <a:r>
              <a:rPr sz="1600" dirty="0"/>
              <a:t>: the DoS attack floods one novel CAN ID (51% of traffic), separable by a single feature at 13σ. Split verified clean — the task is simply easy, not the earlier filename-label defect.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/>
              <a:t>Car-Hacking is the CAN benchmark we stand behind: 5 real classes, best single feature only 0.94, injection density 12–24%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 err="1"/>
              <a:t>VeReMi</a:t>
            </a:r>
            <a:r>
              <a:rPr sz="1600" dirty="0"/>
              <a:t> is a near-chance lower bound: the cleaned export dropped sender IDs, so the </a:t>
            </a:r>
            <a:r>
              <a:rPr sz="1600" dirty="0" err="1"/>
              <a:t>misbehaviour</a:t>
            </a:r>
            <a:r>
              <a:rPr sz="1600" dirty="0"/>
              <a:t> signal cannot be expressed — re-acquisition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Baseline Establishes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Real CKKS now replaces the </a:t>
            </a:r>
            <a:r>
              <a:rPr lang="en-IN" sz="2400" dirty="0"/>
              <a:t>previous </a:t>
            </a:r>
            <a:r>
              <a:rPr sz="2400" dirty="0"/>
              <a:t>placeholder (</a:t>
            </a:r>
            <a:r>
              <a:rPr sz="2400" dirty="0" err="1"/>
              <a:t>SimulatedCKKSVector</a:t>
            </a:r>
            <a:r>
              <a:rPr sz="2400" dirty="0"/>
              <a:t>), so this is a controlled experiment for the first time</a:t>
            </a:r>
          </a:p>
          <a:p>
            <a:r>
              <a:rPr sz="2400" dirty="0"/>
              <a:t>Accuracy is encryption-invariant → any accuracy change under INT8 quantization in</a:t>
            </a:r>
            <a:r>
              <a:rPr lang="en-IN" sz="2400" dirty="0"/>
              <a:t> now it</a:t>
            </a:r>
            <a:r>
              <a:rPr sz="2400" dirty="0"/>
              <a:t> is attributable to quantization alone</a:t>
            </a:r>
          </a:p>
          <a:p>
            <a:r>
              <a:rPr sz="2400" dirty="0"/>
              <a:t>Measured cryptographic cost per client update (44k parameters): encrypt ~42 </a:t>
            </a:r>
            <a:r>
              <a:rPr sz="2400" dirty="0" err="1"/>
              <a:t>ms</a:t>
            </a:r>
            <a:r>
              <a:rPr sz="2400" dirty="0"/>
              <a:t> · encrypted distance ~118–230 </a:t>
            </a:r>
            <a:r>
              <a:rPr sz="2400" dirty="0" err="1"/>
              <a:t>ms</a:t>
            </a:r>
            <a:r>
              <a:rPr sz="2400" dirty="0"/>
              <a:t> · aggregation ~5–52 </a:t>
            </a:r>
            <a:r>
              <a:rPr sz="2400" dirty="0" err="1"/>
              <a:t>ms</a:t>
            </a:r>
            <a:r>
              <a:rPr sz="2400" dirty="0"/>
              <a:t> · wire size 2.47 MB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Validation — Proactive Data-Engineering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4252" y="2131726"/>
            <a:ext cx="9252204" cy="3590132"/>
          </a:xfrm>
        </p:spPr>
        <p:txBody>
          <a:bodyPr wrap="square">
            <a:normAutofit/>
          </a:bodyPr>
          <a:lstStyle/>
          <a:p>
            <a:r>
              <a:rPr sz="2400" dirty="0"/>
              <a:t>Before building the multi-key layer, we ran a full validation pass over the existing pipeline: check the foundation before adding a floor</a:t>
            </a:r>
          </a:p>
          <a:p>
            <a:r>
              <a:rPr sz="2400" dirty="0"/>
              <a:t>Seven issues identified and all fixed, each now covered by a regression test:</a:t>
            </a:r>
          </a:p>
          <a:p>
            <a:pPr lvl="1"/>
            <a:r>
              <a:rPr sz="1800" dirty="0"/>
              <a:t>Ground-truth labels now per-message (HCRL R/T flag), not per-file</a:t>
            </a:r>
          </a:p>
          <a:p>
            <a:pPr lvl="1"/>
            <a:r>
              <a:rPr sz="1800" dirty="0"/>
              <a:t>Train/test split now group-aware by contiguous block — no window leakage</a:t>
            </a:r>
          </a:p>
          <a:p>
            <a:pPr lvl="1"/>
            <a:r>
              <a:rPr sz="1800" dirty="0"/>
              <a:t>FHE vs No-FHE now a controlled comparison (real CKKS, bitwise-checked)</a:t>
            </a:r>
          </a:p>
          <a:p>
            <a:pPr lvl="1"/>
            <a:r>
              <a:rPr sz="1800" dirty="0"/>
              <a:t>Server no longer decrypts individual client updates — </a:t>
            </a:r>
            <a:r>
              <a:rPr sz="1800" dirty="0" err="1"/>
              <a:t>FheFL</a:t>
            </a:r>
            <a:r>
              <a:rPr sz="1800" dirty="0"/>
              <a:t> scoring replaces Multi-Krum</a:t>
            </a:r>
          </a:p>
          <a:p>
            <a:pPr lvl="1"/>
            <a:r>
              <a:rPr sz="1800" dirty="0"/>
              <a:t>Transport security (AES / ECDH) restored</a:t>
            </a:r>
          </a:p>
          <a:p>
            <a:pPr lvl="1"/>
            <a:r>
              <a:rPr sz="1800" dirty="0" err="1"/>
              <a:t>VeReMi</a:t>
            </a:r>
            <a:r>
              <a:rPr sz="1800" dirty="0"/>
              <a:t> formulation diagnosed (needs sender IDs); documentation drift corrected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Validation — Effect on Results and the Privacy Invariant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/>
              <a:t>Headline accuracy figures were revised on the corrected pipeline: Car-Hacking 0.74 → 0.998 (fixed labels made the task well-posed); CICIDS 0.982 → 0.955 (leakage removed); CAN-VTC and VeReMi not comparable across formulations</a:t>
            </a:r>
          </a:p>
          <a:p>
            <a:r>
              <a:rPr sz="2400"/>
              <a:t>These movements are the experiment starting to measure the right thing</a:t>
            </a:r>
          </a:p>
          <a:p>
            <a:r>
              <a:rPr sz="2400"/>
              <a:t>Privacy invariant, machine-checked every round: individual client updates decrypted = 0 on all four datasets across 5 rounds each; only the aggregate is decrypted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V2X Communication Protocol — FHE with AES / ECDH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400" dirty="0"/>
              <a:t>Two complementary layers, not alternatives:</a:t>
            </a:r>
          </a:p>
          <a:p>
            <a:pPr lvl="1"/>
            <a:r>
              <a:rPr dirty="0"/>
              <a:t>FHE → payload confidentiality from the aggregation server</a:t>
            </a:r>
          </a:p>
          <a:p>
            <a:pPr lvl="1"/>
            <a:r>
              <a:rPr dirty="0"/>
              <a:t>AES-256-GCM / ECDH-P256 / Ed25519 → authentication, integrity, replay resistance, Sybil resistance on the radio link</a:t>
            </a:r>
          </a:p>
          <a:p>
            <a:r>
              <a:rPr sz="2400" dirty="0"/>
              <a:t>FHE provides none of the second list; removing the channel in</a:t>
            </a:r>
            <a:r>
              <a:rPr lang="en-IN" sz="2400" dirty="0"/>
              <a:t> last time</a:t>
            </a:r>
            <a:r>
              <a:rPr sz="2400" dirty="0"/>
              <a:t> traded a working control for a slogan</a:t>
            </a:r>
          </a:p>
          <a:p>
            <a:r>
              <a:rPr sz="2400" dirty="0"/>
              <a:t>Status: the transport channel is restored and integrated; mutual-auth handshake tested (</a:t>
            </a:r>
            <a:r>
              <a:rPr sz="2400" dirty="0" err="1"/>
              <a:t>test_secure_channel</a:t>
            </a:r>
            <a:r>
              <a:rPr sz="2400" dirty="0"/>
              <a:t>)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V2X — The Bandwidth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000" dirty="0"/>
              <a:t>One 44k-parameter update = 2.47 MB encrypted (~915 DSRC frames); a 50-vehicle round ≈ 180 MB — does not fit a V2X budget</a:t>
            </a:r>
          </a:p>
          <a:p>
            <a:r>
              <a:rPr sz="2000" dirty="0"/>
              <a:t>Delivered: Optimized Packing &amp; Encoding module — 29.6% lossless reduction via level-dropped transmission, verified at zero accuracy cost</a:t>
            </a:r>
          </a:p>
          <a:p>
            <a:r>
              <a:rPr sz="2000" dirty="0"/>
              <a:t>Further levers: seed compression (~50%, needs </a:t>
            </a:r>
            <a:r>
              <a:rPr sz="2000" dirty="0" err="1"/>
              <a:t>OpenFHE</a:t>
            </a:r>
            <a:r>
              <a:rPr sz="2000" dirty="0"/>
              <a:t>) · </a:t>
            </a:r>
            <a:r>
              <a:rPr sz="2000" dirty="0" err="1"/>
              <a:t>sparsification</a:t>
            </a:r>
            <a:r>
              <a:rPr sz="2000" dirty="0"/>
              <a:t> (needs an accuracy study) · hierarchical RSU pre-aggregation</a:t>
            </a:r>
          </a:p>
          <a:p>
            <a:r>
              <a:rPr sz="2000" dirty="0"/>
              <a:t>Hierarchical aggregation is likely mandatory — an architecture decision to take early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dirty="0"/>
              <a:t>Multi-Key CKKS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5C88505-D112-4630-BF71-D8B3B62B9E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3283" y="2111796"/>
            <a:ext cx="84292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keeps raw data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devices, but individual model updates can still reveal private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Homomorphic Encryption (HE)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allows the server to perform computations on encrypted model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Single-key 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create privacy risks because the same secret key may be shared/accessible across participants.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MK-CKKS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gives each device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 secret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key isolation.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the paper identifies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leakage problem during individual decryption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MK-CKKS.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-CKKS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proposed to protect individual model updates while still allowing secure aggregation.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58A5-E2E7-4853-87E4-E1A8FC47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9014B7-0942-4C1F-B9BD-F17E70B5E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0221" y="2008362"/>
            <a:ext cx="84187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device generates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 secret key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SiS_i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corresponding public key 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public keys are combined to create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aggregated public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P~=P1+P2+⋯+PN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Devices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encrypt their model updates using the aggregated public key.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performs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homomorphic addition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ciphertexts without seeing individual model updates.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obtains an encrypted aggregate and sends the required aggregate ciphertext information back to the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device uses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 key + aggregated ciphertext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generate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decryption share 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sends it to the server. </a:t>
            </a:r>
          </a:p>
        </p:txBody>
      </p:sp>
    </p:spTree>
    <p:extLst>
      <p:ext uri="{BB962C8B-B14F-4D97-AF65-F5344CB8AC3E}">
        <p14:creationId xmlns:p14="http://schemas.microsoft.com/office/powerpoint/2010/main" val="370116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B873-76C4-8897-06CD-D8A88593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4393-04A7-F960-D3EE-13938464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57C880-F1D6-3399-D220-08976A11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742" y="1690688"/>
            <a:ext cx="8053608" cy="45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14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0C37E-4E15-79FA-FB97-5241BC21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CBA2-7B2A-FCE9-58A8-F62B02A7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C9C2F-920D-53BB-C676-85E0645C5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690688"/>
            <a:ext cx="7915275" cy="1852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87EE10-7281-93DA-775C-76F3B70E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4" y="3650463"/>
            <a:ext cx="7381875" cy="244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72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19F3-2E45-F7FD-A45D-9177DF1B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C512-C569-E9E1-363B-28EACE56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xMK</a:t>
            </a:r>
            <a:r>
              <a:rPr lang="en-US" dirty="0"/>
              <a:t>-CKKS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C1D8D-A14E-C006-AEF7-5F8CC2E4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82" y="1754574"/>
            <a:ext cx="8789194" cy="321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27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F268-8668-43CA-ADE0-C57B66D8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Aggregation &amp;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015A56-31A3-4216-A135-4962DEF854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1864" y="1885101"/>
            <a:ext cx="86742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combines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decryption shares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aggregated ciphertext to recover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the sum of model updates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server computes the new global model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Averaging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Wt+1=1/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N∑Wi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updates W1,W2,…,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WNremain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protected from the server under the paper's threat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-CKKS is designed to resist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collusion between the server and k&lt;N−1 participating devices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5024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Status and the</a:t>
            </a:r>
            <a:r>
              <a:rPr lang="en-IN" dirty="0"/>
              <a:t> upcoming works to be done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988" y="1976278"/>
            <a:ext cx="8548116" cy="4195922"/>
          </a:xfrm>
        </p:spPr>
        <p:txBody>
          <a:bodyPr wrap="square">
            <a:normAutofit lnSpcReduction="10000"/>
          </a:bodyPr>
          <a:lstStyle/>
          <a:p>
            <a:r>
              <a:rPr sz="2000" dirty="0"/>
              <a:t>Ciphertext serialization &amp; comms protocol: partial — authenticated transport channel complete; serialization + fragmentation spec open</a:t>
            </a:r>
          </a:p>
          <a:p>
            <a:r>
              <a:rPr sz="2000" dirty="0"/>
              <a:t>Model quantization: not started — encryption-neutral accuracy baseline now established as the control</a:t>
            </a:r>
          </a:p>
          <a:p>
            <a:r>
              <a:rPr sz="2000" dirty="0"/>
              <a:t>On-device inference engine / embedded executable: pathway defined via the </a:t>
            </a:r>
            <a:r>
              <a:rPr sz="2000" dirty="0" err="1"/>
              <a:t>OpenFHE</a:t>
            </a:r>
            <a:r>
              <a:rPr sz="2000" dirty="0"/>
              <a:t> + C++ core migration</a:t>
            </a:r>
          </a:p>
          <a:p>
            <a:r>
              <a:rPr lang="en-IN" sz="2000" dirty="0"/>
              <a:t>Future</a:t>
            </a:r>
            <a:r>
              <a:rPr sz="2000" dirty="0"/>
              <a:t> plan:</a:t>
            </a:r>
          </a:p>
          <a:p>
            <a:pPr lvl="1"/>
            <a:r>
              <a:rPr sz="1600" dirty="0" err="1"/>
              <a:t>OpenFHE</a:t>
            </a:r>
            <a:r>
              <a:rPr sz="1600" dirty="0"/>
              <a:t> migration — makes multi-key CKKS real rather than modelled</a:t>
            </a:r>
          </a:p>
          <a:p>
            <a:pPr lvl="1"/>
            <a:r>
              <a:rPr sz="1600" dirty="0"/>
              <a:t>Two one-line security fixes: bind round number into the AEAD (replay); enforce noise flooding in the deployment profile</a:t>
            </a:r>
          </a:p>
          <a:p>
            <a:pPr lvl="1"/>
            <a:r>
              <a:rPr sz="1600" dirty="0"/>
              <a:t>Low-magnitude persistent-poisoning experiment — the known blind spot in the scoring function</a:t>
            </a:r>
          </a:p>
          <a:p>
            <a:pPr lvl="1"/>
            <a:r>
              <a:rPr sz="1600" dirty="0"/>
              <a:t>Scale from 10 to 50 clients toward the roadmap target</a:t>
            </a:r>
          </a:p>
          <a:p>
            <a:pPr lvl="1"/>
            <a:r>
              <a:rPr sz="1600" dirty="0"/>
              <a:t>Re-acquire raw </a:t>
            </a:r>
            <a:r>
              <a:rPr sz="1600" dirty="0" err="1"/>
              <a:t>VeReMi</a:t>
            </a:r>
            <a:r>
              <a:rPr sz="1600" dirty="0"/>
              <a:t> with sender 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1433</Words>
  <Application>Microsoft Office PowerPoint</Application>
  <PresentationFormat>Widescreen</PresentationFormat>
  <Paragraphs>135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Office Theme</vt:lpstr>
      <vt:lpstr>Privacy-Preserving Collaborative IDS for Internet-of-Vehicle Networks</vt:lpstr>
      <vt:lpstr>Recap from Last Meeting</vt:lpstr>
      <vt:lpstr>Contents</vt:lpstr>
      <vt:lpstr>Where We Stand </vt:lpstr>
      <vt:lpstr>Mathematical Foundations — The CKKS Scheme (worked example)</vt:lpstr>
      <vt:lpstr>Mathematical Foundations — Homomorphic Aggregation (worked example)</vt:lpstr>
      <vt:lpstr>Mathematical Foundations — Homomorphic Aggregation (worked example)</vt:lpstr>
      <vt:lpstr>Mathematical Foundations — Homomorphic Aggregation (worked example)</vt:lpstr>
      <vt:lpstr>Mathematical Foundations — Homomorphic Aggregation (Real CKKS case)</vt:lpstr>
      <vt:lpstr>Mathematical Foundations — Homomorphic Aggregation (Real CKKS Case)</vt:lpstr>
      <vt:lpstr>Mathematical Foundations — Noise, Depth, and Why It Shapes the Design</vt:lpstr>
      <vt:lpstr>Baseline: FHE vs No-FHE — Setup</vt:lpstr>
      <vt:lpstr>Baseline: FHE vs No-FHE — Results</vt:lpstr>
      <vt:lpstr>What This Baseline Establishes</vt:lpstr>
      <vt:lpstr>System Validation — Proactive Data-Engineering Validation</vt:lpstr>
      <vt:lpstr>System Validation — Effect on Results and the Privacy Invariant</vt:lpstr>
      <vt:lpstr>V2X Communication Protocol — FHE with AES / ECDH</vt:lpstr>
      <vt:lpstr>V2X — The Bandwidth Problem</vt:lpstr>
      <vt:lpstr>Why Multi-Key CKKS</vt:lpstr>
      <vt:lpstr>How xMK-CKKS Works</vt:lpstr>
      <vt:lpstr>How xMK-CKKS Works</vt:lpstr>
      <vt:lpstr>How xMK-CKKS Works</vt:lpstr>
      <vt:lpstr>How xMK-CKKS Works</vt:lpstr>
      <vt:lpstr>Secure Aggregation &amp; Benefits</vt:lpstr>
      <vt:lpstr>Status and the upcoming works to be 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Collaborative IDS for Internet of vehicle networks</dc:title>
  <dc:creator>Thrish</dc:creator>
  <cp:lastModifiedBy>Thrish_Sudha</cp:lastModifiedBy>
  <cp:revision>17</cp:revision>
  <dcterms:created xsi:type="dcterms:W3CDTF">2026-05-08T09:13:32Z</dcterms:created>
  <dcterms:modified xsi:type="dcterms:W3CDTF">2026-08-28T04:32:10Z</dcterms:modified>
</cp:coreProperties>
</file>