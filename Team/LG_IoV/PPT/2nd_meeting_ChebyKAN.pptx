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4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61" r:id="rId6"/>
    <p:sldId id="267" r:id="rId7"/>
    <p:sldId id="268" r:id="rId8"/>
    <p:sldId id="269" r:id="rId9"/>
    <p:sldId id="270" r:id="rId10"/>
    <p:sldId id="260" r:id="rId11"/>
    <p:sldId id="271" r:id="rId12"/>
    <p:sldId id="274" r:id="rId13"/>
    <p:sldId id="272" r:id="rId14"/>
    <p:sldId id="273" r:id="rId15"/>
    <p:sldId id="263" r:id="rId16"/>
    <p:sldId id="262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B50641-A0E7-424B-BD59-A81F32159879}" v="23" dt="2026-06-07T14:55:29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62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SK" userId="98403871db0ab82b" providerId="LiveId" clId="{90C98A4D-90FC-4B25-8A97-24EE4C178DBC}"/>
    <pc:docChg chg="undo custSel addSld modSld sldOrd">
      <pc:chgData name="S SK" userId="98403871db0ab82b" providerId="LiveId" clId="{90C98A4D-90FC-4B25-8A97-24EE4C178DBC}" dt="2026-06-07T14:56:32.445" v="827" actId="255"/>
      <pc:docMkLst>
        <pc:docMk/>
      </pc:docMkLst>
      <pc:sldChg chg="modSp mod">
        <pc:chgData name="S SK" userId="98403871db0ab82b" providerId="LiveId" clId="{90C98A4D-90FC-4B25-8A97-24EE4C178DBC}" dt="2026-06-01T16:50:29.940" v="1" actId="14100"/>
        <pc:sldMkLst>
          <pc:docMk/>
          <pc:sldMk cId="2654737193" sldId="256"/>
        </pc:sldMkLst>
        <pc:spChg chg="mod">
          <ac:chgData name="S SK" userId="98403871db0ab82b" providerId="LiveId" clId="{90C98A4D-90FC-4B25-8A97-24EE4C178DBC}" dt="2026-06-01T16:50:29.940" v="1" actId="14100"/>
          <ac:spMkLst>
            <pc:docMk/>
            <pc:sldMk cId="2654737193" sldId="256"/>
            <ac:spMk id="2" creationId="{4A15900B-B9CF-BAB6-D90D-E47BD0755202}"/>
          </ac:spMkLst>
        </pc:spChg>
      </pc:sldChg>
      <pc:sldChg chg="addSp modSp mod">
        <pc:chgData name="S SK" userId="98403871db0ab82b" providerId="LiveId" clId="{90C98A4D-90FC-4B25-8A97-24EE4C178DBC}" dt="2026-06-01T16:57:29.578" v="88" actId="255"/>
        <pc:sldMkLst>
          <pc:docMk/>
          <pc:sldMk cId="1551068285" sldId="257"/>
        </pc:sldMkLst>
        <pc:spChg chg="add mod">
          <ac:chgData name="S SK" userId="98403871db0ab82b" providerId="LiveId" clId="{90C98A4D-90FC-4B25-8A97-24EE4C178DBC}" dt="2026-06-01T16:57:21.428" v="87" actId="255"/>
          <ac:spMkLst>
            <pc:docMk/>
            <pc:sldMk cId="1551068285" sldId="257"/>
            <ac:spMk id="3" creationId="{446DADBE-298B-702F-5355-1F1862EAD623}"/>
          </ac:spMkLst>
        </pc:spChg>
        <pc:spChg chg="mod">
          <ac:chgData name="S SK" userId="98403871db0ab82b" providerId="LiveId" clId="{90C98A4D-90FC-4B25-8A97-24EE4C178DBC}" dt="2026-06-01T16:57:29.578" v="88" actId="255"/>
          <ac:spMkLst>
            <pc:docMk/>
            <pc:sldMk cId="1551068285" sldId="257"/>
            <ac:spMk id="4" creationId="{05FD675F-801B-40E8-9408-0C378AA6AE3E}"/>
          </ac:spMkLst>
        </pc:spChg>
      </pc:sldChg>
      <pc:sldChg chg="modSp mod">
        <pc:chgData name="S SK" userId="98403871db0ab82b" providerId="LiveId" clId="{90C98A4D-90FC-4B25-8A97-24EE4C178DBC}" dt="2026-06-07T14:07:51.153" v="491" actId="20577"/>
        <pc:sldMkLst>
          <pc:docMk/>
          <pc:sldMk cId="1379806657" sldId="260"/>
        </pc:sldMkLst>
        <pc:spChg chg="mod">
          <ac:chgData name="S SK" userId="98403871db0ab82b" providerId="LiveId" clId="{90C98A4D-90FC-4B25-8A97-24EE4C178DBC}" dt="2026-06-07T14:07:51.153" v="491" actId="20577"/>
          <ac:spMkLst>
            <pc:docMk/>
            <pc:sldMk cId="1379806657" sldId="260"/>
            <ac:spMk id="4" creationId="{C6B8F432-628B-4723-AECE-958496A7D333}"/>
          </ac:spMkLst>
        </pc:spChg>
      </pc:sldChg>
      <pc:sldChg chg="modSp mod">
        <pc:chgData name="S SK" userId="98403871db0ab82b" providerId="LiveId" clId="{90C98A4D-90FC-4B25-8A97-24EE4C178DBC}" dt="2026-06-01T17:27:05.875" v="180" actId="20577"/>
        <pc:sldMkLst>
          <pc:docMk/>
          <pc:sldMk cId="3580214471" sldId="261"/>
        </pc:sldMkLst>
        <pc:spChg chg="mod">
          <ac:chgData name="S SK" userId="98403871db0ab82b" providerId="LiveId" clId="{90C98A4D-90FC-4B25-8A97-24EE4C178DBC}" dt="2026-06-01T17:27:05.875" v="180" actId="20577"/>
          <ac:spMkLst>
            <pc:docMk/>
            <pc:sldMk cId="3580214471" sldId="261"/>
            <ac:spMk id="4" creationId="{CF1F2850-DFF4-4C2D-B5DB-E08B7B57E06A}"/>
          </ac:spMkLst>
        </pc:spChg>
      </pc:sldChg>
      <pc:sldChg chg="modSp mod">
        <pc:chgData name="S SK" userId="98403871db0ab82b" providerId="LiveId" clId="{90C98A4D-90FC-4B25-8A97-24EE4C178DBC}" dt="2026-06-01T17:02:23.988" v="177" actId="20577"/>
        <pc:sldMkLst>
          <pc:docMk/>
          <pc:sldMk cId="1842757035" sldId="262"/>
        </pc:sldMkLst>
        <pc:spChg chg="mod">
          <ac:chgData name="S SK" userId="98403871db0ab82b" providerId="LiveId" clId="{90C98A4D-90FC-4B25-8A97-24EE4C178DBC}" dt="2026-06-01T17:02:23.988" v="177" actId="20577"/>
          <ac:spMkLst>
            <pc:docMk/>
            <pc:sldMk cId="1842757035" sldId="262"/>
            <ac:spMk id="4" creationId="{0D7625CC-1514-4CCD-AA1C-8F678B0466DF}"/>
          </ac:spMkLst>
        </pc:spChg>
      </pc:sldChg>
      <pc:sldChg chg="modSp mod">
        <pc:chgData name="S SK" userId="98403871db0ab82b" providerId="LiveId" clId="{90C98A4D-90FC-4B25-8A97-24EE4C178DBC}" dt="2026-06-01T17:01:09.752" v="176" actId="20577"/>
        <pc:sldMkLst>
          <pc:docMk/>
          <pc:sldMk cId="2992409775" sldId="263"/>
        </pc:sldMkLst>
        <pc:spChg chg="mod">
          <ac:chgData name="S SK" userId="98403871db0ab82b" providerId="LiveId" clId="{90C98A4D-90FC-4B25-8A97-24EE4C178DBC}" dt="2026-06-01T17:01:09.752" v="176" actId="20577"/>
          <ac:spMkLst>
            <pc:docMk/>
            <pc:sldMk cId="2992409775" sldId="263"/>
            <ac:spMk id="4" creationId="{B740ACEC-DA7A-4FE6-B499-AF73BF41EF3E}"/>
          </ac:spMkLst>
        </pc:spChg>
      </pc:sldChg>
      <pc:sldChg chg="modSp mod">
        <pc:chgData name="S SK" userId="98403871db0ab82b" providerId="LiveId" clId="{90C98A4D-90FC-4B25-8A97-24EE4C178DBC}" dt="2026-06-01T17:02:49.702" v="179" actId="255"/>
        <pc:sldMkLst>
          <pc:docMk/>
          <pc:sldMk cId="2365625632" sldId="264"/>
        </pc:sldMkLst>
        <pc:spChg chg="mod">
          <ac:chgData name="S SK" userId="98403871db0ab82b" providerId="LiveId" clId="{90C98A4D-90FC-4B25-8A97-24EE4C178DBC}" dt="2026-06-01T17:02:49.702" v="179" actId="255"/>
          <ac:spMkLst>
            <pc:docMk/>
            <pc:sldMk cId="2365625632" sldId="264"/>
            <ac:spMk id="4" creationId="{57A5046B-7452-4EF2-9EE2-781431F9D284}"/>
          </ac:spMkLst>
        </pc:spChg>
      </pc:sldChg>
      <pc:sldChg chg="modSp add mod">
        <pc:chgData name="S SK" userId="98403871db0ab82b" providerId="LiveId" clId="{90C98A4D-90FC-4B25-8A97-24EE4C178DBC}" dt="2026-06-01T16:52:41.046" v="44" actId="20577"/>
        <pc:sldMkLst>
          <pc:docMk/>
          <pc:sldMk cId="2905560675" sldId="265"/>
        </pc:sldMkLst>
        <pc:spChg chg="mod">
          <ac:chgData name="S SK" userId="98403871db0ab82b" providerId="LiveId" clId="{90C98A4D-90FC-4B25-8A97-24EE4C178DBC}" dt="2026-06-01T16:52:10.181" v="17" actId="14100"/>
          <ac:spMkLst>
            <pc:docMk/>
            <pc:sldMk cId="2905560675" sldId="265"/>
            <ac:spMk id="2" creationId="{89A03760-F4B4-6A15-F5F2-2AC2DEF4DAB2}"/>
          </ac:spMkLst>
        </pc:spChg>
        <pc:spChg chg="mod">
          <ac:chgData name="S SK" userId="98403871db0ab82b" providerId="LiveId" clId="{90C98A4D-90FC-4B25-8A97-24EE4C178DBC}" dt="2026-06-01T16:52:41.046" v="44" actId="20577"/>
          <ac:spMkLst>
            <pc:docMk/>
            <pc:sldMk cId="2905560675" sldId="265"/>
            <ac:spMk id="3" creationId="{D63AC718-BADA-6FDE-E6E0-12C87E05FD88}"/>
          </ac:spMkLst>
        </pc:spChg>
      </pc:sldChg>
      <pc:sldChg chg="modSp add mod">
        <pc:chgData name="S SK" userId="98403871db0ab82b" providerId="LiveId" clId="{90C98A4D-90FC-4B25-8A97-24EE4C178DBC}" dt="2026-06-01T16:56:49.479" v="77" actId="20577"/>
        <pc:sldMkLst>
          <pc:docMk/>
          <pc:sldMk cId="386878855" sldId="266"/>
        </pc:sldMkLst>
        <pc:spChg chg="mod">
          <ac:chgData name="S SK" userId="98403871db0ab82b" providerId="LiveId" clId="{90C98A4D-90FC-4B25-8A97-24EE4C178DBC}" dt="2026-06-01T16:56:49.479" v="77" actId="20577"/>
          <ac:spMkLst>
            <pc:docMk/>
            <pc:sldMk cId="386878855" sldId="266"/>
            <ac:spMk id="2" creationId="{9DBABF57-0CCE-FC58-BEA8-564681307B95}"/>
          </ac:spMkLst>
        </pc:spChg>
      </pc:sldChg>
      <pc:sldChg chg="addSp delSp modSp new mod">
        <pc:chgData name="S SK" userId="98403871db0ab82b" providerId="LiveId" clId="{90C98A4D-90FC-4B25-8A97-24EE4C178DBC}" dt="2026-06-01T17:49:45.661" v="219" actId="27636"/>
        <pc:sldMkLst>
          <pc:docMk/>
          <pc:sldMk cId="685873498" sldId="267"/>
        </pc:sldMkLst>
        <pc:spChg chg="mod">
          <ac:chgData name="S SK" userId="98403871db0ab82b" providerId="LiveId" clId="{90C98A4D-90FC-4B25-8A97-24EE4C178DBC}" dt="2026-06-01T17:49:45.661" v="219" actId="27636"/>
          <ac:spMkLst>
            <pc:docMk/>
            <pc:sldMk cId="685873498" sldId="267"/>
            <ac:spMk id="2" creationId="{1B3A79D5-0F9F-3543-05B1-D12A0203A187}"/>
          </ac:spMkLst>
        </pc:spChg>
        <pc:spChg chg="add mod">
          <ac:chgData name="S SK" userId="98403871db0ab82b" providerId="LiveId" clId="{90C98A4D-90FC-4B25-8A97-24EE4C178DBC}" dt="2026-06-01T17:48:16.188" v="205" actId="14100"/>
          <ac:spMkLst>
            <pc:docMk/>
            <pc:sldMk cId="685873498" sldId="267"/>
            <ac:spMk id="11" creationId="{D55686C8-B94C-3905-3B3F-E513483D3CE3}"/>
          </ac:spMkLst>
        </pc:spChg>
        <pc:spChg chg="add mod">
          <ac:chgData name="S SK" userId="98403871db0ab82b" providerId="LiveId" clId="{90C98A4D-90FC-4B25-8A97-24EE4C178DBC}" dt="2026-06-01T17:49:01.291" v="214" actId="20577"/>
          <ac:spMkLst>
            <pc:docMk/>
            <pc:sldMk cId="685873498" sldId="267"/>
            <ac:spMk id="14" creationId="{AFBC6EC9-16D7-7FFC-DD71-6D11A13F90D0}"/>
          </ac:spMkLst>
        </pc:spChg>
        <pc:picChg chg="add mod">
          <ac:chgData name="S SK" userId="98403871db0ab82b" providerId="LiveId" clId="{90C98A4D-90FC-4B25-8A97-24EE4C178DBC}" dt="2026-06-01T17:48:46.060" v="208" actId="1076"/>
          <ac:picMkLst>
            <pc:docMk/>
            <pc:sldMk cId="685873498" sldId="267"/>
            <ac:picMk id="9" creationId="{AC91120D-3D69-AE9F-BE71-FFA5BE8B6515}"/>
          </ac:picMkLst>
        </pc:picChg>
      </pc:sldChg>
      <pc:sldChg chg="addSp delSp modSp add mod">
        <pc:chgData name="S SK" userId="98403871db0ab82b" providerId="LiveId" clId="{90C98A4D-90FC-4B25-8A97-24EE4C178DBC}" dt="2026-06-07T14:06:18.158" v="401" actId="1076"/>
        <pc:sldMkLst>
          <pc:docMk/>
          <pc:sldMk cId="4074760301" sldId="268"/>
        </pc:sldMkLst>
        <pc:spChg chg="mod">
          <ac:chgData name="S SK" userId="98403871db0ab82b" providerId="LiveId" clId="{90C98A4D-90FC-4B25-8A97-24EE4C178DBC}" dt="2026-06-01T17:51:23.021" v="239" actId="14100"/>
          <ac:spMkLst>
            <pc:docMk/>
            <pc:sldMk cId="4074760301" sldId="268"/>
            <ac:spMk id="2" creationId="{7E997934-8085-7842-AB8F-EE47353D069A}"/>
          </ac:spMkLst>
        </pc:spChg>
        <pc:spChg chg="add mod">
          <ac:chgData name="S SK" userId="98403871db0ab82b" providerId="LiveId" clId="{90C98A4D-90FC-4B25-8A97-24EE4C178DBC}" dt="2026-06-01T17:51:08.801" v="238" actId="14100"/>
          <ac:spMkLst>
            <pc:docMk/>
            <pc:sldMk cId="4074760301" sldId="268"/>
            <ac:spMk id="10" creationId="{E6B9868E-E1F4-71A6-AF92-287FF22FE493}"/>
          </ac:spMkLst>
        </pc:spChg>
        <pc:picChg chg="add mod">
          <ac:chgData name="S SK" userId="98403871db0ab82b" providerId="LiveId" clId="{90C98A4D-90FC-4B25-8A97-24EE4C178DBC}" dt="2026-06-07T14:06:18.158" v="401" actId="1076"/>
          <ac:picMkLst>
            <pc:docMk/>
            <pc:sldMk cId="4074760301" sldId="268"/>
            <ac:picMk id="7" creationId="{D4638FC7-41AA-4F57-17FE-634030FE886C}"/>
          </ac:picMkLst>
        </pc:picChg>
        <pc:picChg chg="add mod">
          <ac:chgData name="S SK" userId="98403871db0ab82b" providerId="LiveId" clId="{90C98A4D-90FC-4B25-8A97-24EE4C178DBC}" dt="2026-06-01T17:53:15.979" v="266" actId="1076"/>
          <ac:picMkLst>
            <pc:docMk/>
            <pc:sldMk cId="4074760301" sldId="268"/>
            <ac:picMk id="11" creationId="{8182FD73-CD0C-B739-B5C7-C24732DD9151}"/>
          </ac:picMkLst>
        </pc:picChg>
      </pc:sldChg>
      <pc:sldChg chg="addSp delSp modSp add mod ord">
        <pc:chgData name="S SK" userId="98403871db0ab82b" providerId="LiveId" clId="{90C98A4D-90FC-4B25-8A97-24EE4C178DBC}" dt="2026-06-01T17:53:37.246" v="270"/>
        <pc:sldMkLst>
          <pc:docMk/>
          <pc:sldMk cId="1424159225" sldId="269"/>
        </pc:sldMkLst>
        <pc:spChg chg="mod">
          <ac:chgData name="S SK" userId="98403871db0ab82b" providerId="LiveId" clId="{90C98A4D-90FC-4B25-8A97-24EE4C178DBC}" dt="2026-06-01T17:52:25.803" v="253" actId="27636"/>
          <ac:spMkLst>
            <pc:docMk/>
            <pc:sldMk cId="1424159225" sldId="269"/>
            <ac:spMk id="2" creationId="{528295A5-CF7E-3EAD-55B5-D6B3FF1246F2}"/>
          </ac:spMkLst>
        </pc:spChg>
        <pc:spChg chg="add mod">
          <ac:chgData name="S SK" userId="98403871db0ab82b" providerId="LiveId" clId="{90C98A4D-90FC-4B25-8A97-24EE4C178DBC}" dt="2026-06-01T17:52:47.841" v="260" actId="20577"/>
          <ac:spMkLst>
            <pc:docMk/>
            <pc:sldMk cId="1424159225" sldId="269"/>
            <ac:spMk id="11" creationId="{A632BDD6-9723-948D-5AC2-A6D91AC5B5C6}"/>
          </ac:spMkLst>
        </pc:spChg>
        <pc:picChg chg="add mod">
          <ac:chgData name="S SK" userId="98403871db0ab82b" providerId="LiveId" clId="{90C98A4D-90FC-4B25-8A97-24EE4C178DBC}" dt="2026-06-01T17:52:17.286" v="250" actId="962"/>
          <ac:picMkLst>
            <pc:docMk/>
            <pc:sldMk cId="1424159225" sldId="269"/>
            <ac:picMk id="8" creationId="{3AFEFB20-E8ED-8AC6-67AC-1394405AD249}"/>
          </ac:picMkLst>
        </pc:picChg>
      </pc:sldChg>
      <pc:sldChg chg="addSp delSp modSp add mod ord">
        <pc:chgData name="S SK" userId="98403871db0ab82b" providerId="LiveId" clId="{90C98A4D-90FC-4B25-8A97-24EE4C178DBC}" dt="2026-06-01T17:56:35.196" v="293" actId="255"/>
        <pc:sldMkLst>
          <pc:docMk/>
          <pc:sldMk cId="2580910011" sldId="270"/>
        </pc:sldMkLst>
        <pc:spChg chg="mod">
          <ac:chgData name="S SK" userId="98403871db0ab82b" providerId="LiveId" clId="{90C98A4D-90FC-4B25-8A97-24EE4C178DBC}" dt="2026-06-01T17:55:32.424" v="288" actId="20577"/>
          <ac:spMkLst>
            <pc:docMk/>
            <pc:sldMk cId="2580910011" sldId="270"/>
            <ac:spMk id="2" creationId="{F8047F7B-4793-17CB-1A8B-6A935C7045A4}"/>
          </ac:spMkLst>
        </pc:spChg>
        <pc:spChg chg="add mod">
          <ac:chgData name="S SK" userId="98403871db0ab82b" providerId="LiveId" clId="{90C98A4D-90FC-4B25-8A97-24EE4C178DBC}" dt="2026-06-01T17:56:35.196" v="293" actId="255"/>
          <ac:spMkLst>
            <pc:docMk/>
            <pc:sldMk cId="2580910011" sldId="270"/>
            <ac:spMk id="9" creationId="{C6E7ACAF-6E17-7E88-CBCE-9543005CAB91}"/>
          </ac:spMkLst>
        </pc:spChg>
        <pc:picChg chg="add mod">
          <ac:chgData name="S SK" userId="98403871db0ab82b" providerId="LiveId" clId="{90C98A4D-90FC-4B25-8A97-24EE4C178DBC}" dt="2026-06-01T17:55:25.059" v="278" actId="1076"/>
          <ac:picMkLst>
            <pc:docMk/>
            <pc:sldMk cId="2580910011" sldId="270"/>
            <ac:picMk id="7" creationId="{37AC98F9-9823-2DF3-D1D4-E4145FB84E9C}"/>
          </ac:picMkLst>
        </pc:picChg>
      </pc:sldChg>
      <pc:sldChg chg="addSp delSp modSp new mod">
        <pc:chgData name="S SK" userId="98403871db0ab82b" providerId="LiveId" clId="{90C98A4D-90FC-4B25-8A97-24EE4C178DBC}" dt="2026-06-01T18:36:22.550" v="327" actId="1076"/>
        <pc:sldMkLst>
          <pc:docMk/>
          <pc:sldMk cId="1605632015" sldId="271"/>
        </pc:sldMkLst>
        <pc:spChg chg="mod">
          <ac:chgData name="S SK" userId="98403871db0ab82b" providerId="LiveId" clId="{90C98A4D-90FC-4B25-8A97-24EE4C178DBC}" dt="2026-06-01T18:34:14.607" v="300" actId="27636"/>
          <ac:spMkLst>
            <pc:docMk/>
            <pc:sldMk cId="1605632015" sldId="271"/>
            <ac:spMk id="2" creationId="{1B74C357-0506-2FC2-0BA5-08FDE854D3B4}"/>
          </ac:spMkLst>
        </pc:spChg>
        <pc:spChg chg="add mod">
          <ac:chgData name="S SK" userId="98403871db0ab82b" providerId="LiveId" clId="{90C98A4D-90FC-4B25-8A97-24EE4C178DBC}" dt="2026-06-01T18:35:06.223" v="309" actId="20577"/>
          <ac:spMkLst>
            <pc:docMk/>
            <pc:sldMk cId="1605632015" sldId="271"/>
            <ac:spMk id="7" creationId="{2EEFB935-3F99-6095-758F-A2410F97F833}"/>
          </ac:spMkLst>
        </pc:spChg>
        <pc:spChg chg="add mod">
          <ac:chgData name="S SK" userId="98403871db0ab82b" providerId="LiveId" clId="{90C98A4D-90FC-4B25-8A97-24EE4C178DBC}" dt="2026-06-01T18:36:22.550" v="327" actId="1076"/>
          <ac:spMkLst>
            <pc:docMk/>
            <pc:sldMk cId="1605632015" sldId="271"/>
            <ac:spMk id="11" creationId="{C09805F3-A2FB-65E2-4FF0-EB1BAAFC45C8}"/>
          </ac:spMkLst>
        </pc:spChg>
        <pc:picChg chg="add mod">
          <ac:chgData name="S SK" userId="98403871db0ab82b" providerId="LiveId" clId="{90C98A4D-90FC-4B25-8A97-24EE4C178DBC}" dt="2026-06-01T18:34:40.977" v="305" actId="27614"/>
          <ac:picMkLst>
            <pc:docMk/>
            <pc:sldMk cId="1605632015" sldId="271"/>
            <ac:picMk id="5" creationId="{85A57F6D-8137-6B0F-2B03-994B427080BB}"/>
          </ac:picMkLst>
        </pc:picChg>
        <pc:picChg chg="add mod">
          <ac:chgData name="S SK" userId="98403871db0ab82b" providerId="LiveId" clId="{90C98A4D-90FC-4B25-8A97-24EE4C178DBC}" dt="2026-06-01T18:35:45.476" v="318" actId="1076"/>
          <ac:picMkLst>
            <pc:docMk/>
            <pc:sldMk cId="1605632015" sldId="271"/>
            <ac:picMk id="9" creationId="{7837E06F-0A2F-BB65-7364-C8F638118FBC}"/>
          </ac:picMkLst>
        </pc:picChg>
      </pc:sldChg>
      <pc:sldChg chg="addSp delSp modSp new mod">
        <pc:chgData name="S SK" userId="98403871db0ab82b" providerId="LiveId" clId="{90C98A4D-90FC-4B25-8A97-24EE4C178DBC}" dt="2026-06-07T14:11:30.426" v="615" actId="1076"/>
        <pc:sldMkLst>
          <pc:docMk/>
          <pc:sldMk cId="3998902809" sldId="272"/>
        </pc:sldMkLst>
        <pc:spChg chg="mod">
          <ac:chgData name="S SK" userId="98403871db0ab82b" providerId="LiveId" clId="{90C98A4D-90FC-4B25-8A97-24EE4C178DBC}" dt="2026-06-01T18:36:38.675" v="335" actId="27636"/>
          <ac:spMkLst>
            <pc:docMk/>
            <pc:sldMk cId="3998902809" sldId="272"/>
            <ac:spMk id="2" creationId="{8BC25F06-F1D5-BFC7-9432-B689BF24DF90}"/>
          </ac:spMkLst>
        </pc:spChg>
        <pc:spChg chg="add mod">
          <ac:chgData name="S SK" userId="98403871db0ab82b" providerId="LiveId" clId="{90C98A4D-90FC-4B25-8A97-24EE4C178DBC}" dt="2026-06-01T18:37:42.573" v="352" actId="14100"/>
          <ac:spMkLst>
            <pc:docMk/>
            <pc:sldMk cId="3998902809" sldId="272"/>
            <ac:spMk id="7" creationId="{56CD52E8-29AF-B830-1800-481862E5210D}"/>
          </ac:spMkLst>
        </pc:spChg>
        <pc:spChg chg="add mod">
          <ac:chgData name="S SK" userId="98403871db0ab82b" providerId="LiveId" clId="{90C98A4D-90FC-4B25-8A97-24EE4C178DBC}" dt="2026-06-01T18:38:10.985" v="356" actId="1076"/>
          <ac:spMkLst>
            <pc:docMk/>
            <pc:sldMk cId="3998902809" sldId="272"/>
            <ac:spMk id="9" creationId="{0FD16F3F-9715-37BF-3487-2F9D4580F553}"/>
          </ac:spMkLst>
        </pc:spChg>
        <pc:picChg chg="add mod">
          <ac:chgData name="S SK" userId="98403871db0ab82b" providerId="LiveId" clId="{90C98A4D-90FC-4B25-8A97-24EE4C178DBC}" dt="2026-06-01T18:38:35.237" v="363" actId="14100"/>
          <ac:picMkLst>
            <pc:docMk/>
            <pc:sldMk cId="3998902809" sldId="272"/>
            <ac:picMk id="5" creationId="{FCABEA29-3618-0FAA-A0CD-C261FD706246}"/>
          </ac:picMkLst>
        </pc:picChg>
        <pc:picChg chg="add mod">
          <ac:chgData name="S SK" userId="98403871db0ab82b" providerId="LiveId" clId="{90C98A4D-90FC-4B25-8A97-24EE4C178DBC}" dt="2026-06-07T14:11:30.426" v="615" actId="1076"/>
          <ac:picMkLst>
            <pc:docMk/>
            <pc:sldMk cId="3998902809" sldId="272"/>
            <ac:picMk id="11" creationId="{FFE898ED-00AB-A21D-95EF-6E771F02DE49}"/>
          </ac:picMkLst>
        </pc:picChg>
      </pc:sldChg>
      <pc:sldChg chg="addSp delSp modSp new mod">
        <pc:chgData name="S SK" userId="98403871db0ab82b" providerId="LiveId" clId="{90C98A4D-90FC-4B25-8A97-24EE4C178DBC}" dt="2026-06-07T14:11:22.336" v="613" actId="113"/>
        <pc:sldMkLst>
          <pc:docMk/>
          <pc:sldMk cId="4202524114" sldId="273"/>
        </pc:sldMkLst>
        <pc:spChg chg="add mod">
          <ac:chgData name="S SK" userId="98403871db0ab82b" providerId="LiveId" clId="{90C98A4D-90FC-4B25-8A97-24EE4C178DBC}" dt="2026-06-07T14:11:11.602" v="609" actId="113"/>
          <ac:spMkLst>
            <pc:docMk/>
            <pc:sldMk cId="4202524114" sldId="273"/>
            <ac:spMk id="7" creationId="{764C8091-DFF9-08B3-1F0D-F07114CA10BB}"/>
          </ac:spMkLst>
        </pc:spChg>
        <pc:spChg chg="add mod">
          <ac:chgData name="S SK" userId="98403871db0ab82b" providerId="LiveId" clId="{90C98A4D-90FC-4B25-8A97-24EE4C178DBC}" dt="2026-06-07T14:11:19.666" v="612" actId="113"/>
          <ac:spMkLst>
            <pc:docMk/>
            <pc:sldMk cId="4202524114" sldId="273"/>
            <ac:spMk id="11" creationId="{34E9EB72-42F7-A765-4908-F928CCA4B180}"/>
          </ac:spMkLst>
        </pc:spChg>
        <pc:spChg chg="add mod">
          <ac:chgData name="S SK" userId="98403871db0ab82b" providerId="LiveId" clId="{90C98A4D-90FC-4B25-8A97-24EE4C178DBC}" dt="2026-06-07T14:11:22.336" v="613" actId="113"/>
          <ac:spMkLst>
            <pc:docMk/>
            <pc:sldMk cId="4202524114" sldId="273"/>
            <ac:spMk id="15" creationId="{5BC583B4-AD1E-A742-CE13-DD96FD979D5D}"/>
          </ac:spMkLst>
        </pc:spChg>
        <pc:picChg chg="add mod">
          <ac:chgData name="S SK" userId="98403871db0ab82b" providerId="LiveId" clId="{90C98A4D-90FC-4B25-8A97-24EE4C178DBC}" dt="2026-06-01T18:40:29.644" v="387" actId="1076"/>
          <ac:picMkLst>
            <pc:docMk/>
            <pc:sldMk cId="4202524114" sldId="273"/>
            <ac:picMk id="9" creationId="{0D6C7096-4030-3764-EB08-6F2A2779A74A}"/>
          </ac:picMkLst>
        </pc:picChg>
        <pc:picChg chg="add mod">
          <ac:chgData name="S SK" userId="98403871db0ab82b" providerId="LiveId" clId="{90C98A4D-90FC-4B25-8A97-24EE4C178DBC}" dt="2026-06-01T18:40:31.164" v="388" actId="1076"/>
          <ac:picMkLst>
            <pc:docMk/>
            <pc:sldMk cId="4202524114" sldId="273"/>
            <ac:picMk id="13" creationId="{687D1959-A753-61C9-73BA-6378880B8DA1}"/>
          </ac:picMkLst>
        </pc:picChg>
        <pc:picChg chg="add del mod">
          <ac:chgData name="S SK" userId="98403871db0ab82b" providerId="LiveId" clId="{90C98A4D-90FC-4B25-8A97-24EE4C178DBC}" dt="2026-06-07T14:08:46.874" v="530" actId="478"/>
          <ac:picMkLst>
            <pc:docMk/>
            <pc:sldMk cId="4202524114" sldId="273"/>
            <ac:picMk id="17" creationId="{555DF747-E4B9-9EC9-C991-A6A744B230DE}"/>
          </ac:picMkLst>
        </pc:picChg>
      </pc:sldChg>
      <pc:sldChg chg="addSp delSp modSp add mod">
        <pc:chgData name="S SK" userId="98403871db0ab82b" providerId="LiveId" clId="{90C98A4D-90FC-4B25-8A97-24EE4C178DBC}" dt="2026-06-07T14:56:32.445" v="827" actId="255"/>
        <pc:sldMkLst>
          <pc:docMk/>
          <pc:sldMk cId="3835270599" sldId="274"/>
        </pc:sldMkLst>
        <pc:spChg chg="mod">
          <ac:chgData name="S SK" userId="98403871db0ab82b" providerId="LiveId" clId="{90C98A4D-90FC-4B25-8A97-24EE4C178DBC}" dt="2026-06-07T14:53:07.167" v="653" actId="20577"/>
          <ac:spMkLst>
            <pc:docMk/>
            <pc:sldMk cId="3835270599" sldId="274"/>
            <ac:spMk id="2" creationId="{16B6D8EE-2ECC-7CA0-0ED1-DD776A8FCE9C}"/>
          </ac:spMkLst>
        </pc:spChg>
        <pc:spChg chg="add mod">
          <ac:chgData name="S SK" userId="98403871db0ab82b" providerId="LiveId" clId="{90C98A4D-90FC-4B25-8A97-24EE4C178DBC}" dt="2026-06-07T14:56:32.445" v="827" actId="255"/>
          <ac:spMkLst>
            <pc:docMk/>
            <pc:sldMk cId="3835270599" sldId="274"/>
            <ac:spMk id="3" creationId="{D3E629C9-F579-C211-FC5E-227944FA0133}"/>
          </ac:spMkLst>
        </pc:spChg>
        <pc:spChg chg="del mod">
          <ac:chgData name="S SK" userId="98403871db0ab82b" providerId="LiveId" clId="{90C98A4D-90FC-4B25-8A97-24EE4C178DBC}" dt="2026-06-07T14:52:47.251" v="624"/>
          <ac:spMkLst>
            <pc:docMk/>
            <pc:sldMk cId="3835270599" sldId="274"/>
            <ac:spMk id="7" creationId="{95A83709-7024-1BCA-57A8-AC4916330C0C}"/>
          </ac:spMkLst>
        </pc:spChg>
        <pc:spChg chg="del mod">
          <ac:chgData name="S SK" userId="98403871db0ab82b" providerId="LiveId" clId="{90C98A4D-90FC-4B25-8A97-24EE4C178DBC}" dt="2026-06-07T14:52:47.250" v="622"/>
          <ac:spMkLst>
            <pc:docMk/>
            <pc:sldMk cId="3835270599" sldId="274"/>
            <ac:spMk id="11" creationId="{4EF3A1DE-5A50-9EC3-EFC7-E75C99125BF0}"/>
          </ac:spMkLst>
        </pc:spChg>
        <pc:picChg chg="del">
          <ac:chgData name="S SK" userId="98403871db0ab82b" providerId="LiveId" clId="{90C98A4D-90FC-4B25-8A97-24EE4C178DBC}" dt="2026-06-07T14:52:37.164" v="617" actId="478"/>
          <ac:picMkLst>
            <pc:docMk/>
            <pc:sldMk cId="3835270599" sldId="274"/>
            <ac:picMk id="5" creationId="{4359E912-D19D-7B2F-B3B8-3C415D0434D0}"/>
          </ac:picMkLst>
        </pc:picChg>
        <pc:picChg chg="del">
          <ac:chgData name="S SK" userId="98403871db0ab82b" providerId="LiveId" clId="{90C98A4D-90FC-4B25-8A97-24EE4C178DBC}" dt="2026-06-07T14:52:38.782" v="618" actId="478"/>
          <ac:picMkLst>
            <pc:docMk/>
            <pc:sldMk cId="3835270599" sldId="274"/>
            <ac:picMk id="9" creationId="{106DEC02-87D8-F4F1-FB55-F62F2F81CA7D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8C7F2-C041-D1D4-510F-15E3CC39D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2582996"/>
            <a:ext cx="8705850" cy="7810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B052D47-A6D4-4F05-77D8-7F7F134D1703}"/>
              </a:ext>
            </a:extLst>
          </p:cNvPr>
          <p:cNvSpPr txBox="1">
            <a:spLocks/>
          </p:cNvSpPr>
          <p:nvPr userDrawn="1"/>
        </p:nvSpPr>
        <p:spPr>
          <a:xfrm>
            <a:off x="2209800" y="4114073"/>
            <a:ext cx="8705850" cy="78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07-06-2026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07-06-2026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07-06-2026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00B-B9CF-BAB6-D90D-E47BD0755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088" y="379928"/>
            <a:ext cx="9608712" cy="1334572"/>
          </a:xfrm>
        </p:spPr>
        <p:txBody>
          <a:bodyPr>
            <a:noAutofit/>
          </a:bodyPr>
          <a:lstStyle/>
          <a:p>
            <a:r>
              <a:rPr lang="en-IN" sz="4400" dirty="0"/>
              <a:t>Privacy Preserving Collaborative IDS for Internet of vehicle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E5450-03F0-B1EA-0318-D1B927D1F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7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863D-162B-E43D-5E13-810027DE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3760-F4B4-6A15-F5F2-2AC2DEF4D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Content: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AC718-BADA-6FDE-E6E0-12C87E05F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5865" y="2209508"/>
            <a:ext cx="8705850" cy="781049"/>
          </a:xfrm>
        </p:spPr>
        <p:txBody>
          <a:bodyPr/>
          <a:lstStyle/>
          <a:p>
            <a:r>
              <a:t>1. High-Level Architecture (The Pipeline)</a:t>
            </a:r>
          </a:p>
          <a:p>
            <a:r>
              <a:t>2. Pure Chebyshev Polynomial KAN (ChebyKAN) Trunk</a:t>
            </a:r>
          </a:p>
          <a:p>
            <a:r>
              <a:t>3. Full Layer-wise Homomorphic Federated Learning (FHE)</a:t>
            </a:r>
          </a:p>
          <a:p>
            <a:r>
              <a:t>4. Robust Outlier Aggregation (Multi-Krum on Ciphertexts)</a:t>
            </a:r>
          </a:p>
          <a:p>
            <a:r>
              <a:t>5. Proof of Work &amp; Federated Simulation Report</a:t>
            </a:r>
          </a:p>
        </p:txBody>
      </p:sp>
    </p:spTree>
    <p:extLst>
      <p:ext uri="{BB962C8B-B14F-4D97-AF65-F5344CB8AC3E}">
        <p14:creationId xmlns:p14="http://schemas.microsoft.com/office/powerpoint/2010/main" val="290556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13D2-8528-C299-6C78-ED0A73F6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BF57-0CCE-FC58-BEA8-564681307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Overall Architecture(phases):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6C27B-54A5-47C5-2D69-F961037E5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5865" y="2209508"/>
            <a:ext cx="8705850" cy="781049"/>
          </a:xfrm>
        </p:spPr>
        <p:txBody>
          <a:bodyPr/>
          <a:lstStyle/>
          <a:p>
            <a:r>
              <a:t>Phase 1: Pure Chebyshev Polynomial KAN Model</a:t>
            </a:r>
          </a:p>
          <a:p>
            <a:r>
              <a:t>• Input Normalization Layer mapping features to [-1, 1]</a:t>
            </a:r>
          </a:p>
          <a:p>
            <a:r>
              <a:t>• Input Chebyshev KAN Linear Layer (46 features -&gt; 64 hidden nodes)</a:t>
            </a:r>
          </a:p>
          <a:p>
            <a:r>
              <a:t>• Hidden Chebyshev KAN Linear Layers with LayerNorm and Dropout</a:t>
            </a:r>
          </a:p>
          <a:p>
            <a:r>
              <a:t>• Output Chebyshev KAN Linear Layer mapping to class outputs</a:t>
            </a:r>
          </a:p>
          <a:p/>
          <a:p>
            <a:r>
              <a:t>Phase 2: Layer-wise Homomorphic Federated Learning</a:t>
            </a:r>
          </a:p>
          <a:p>
            <a:r>
              <a:t>• Dirichlet Non-IID Client Partitions (alpha = 0.3)</a:t>
            </a:r>
          </a:p>
          <a:p>
            <a:r>
              <a:t>• Full Layer-wise FHE Encryption (Each weight/bias tensor encrypted separately)</a:t>
            </a:r>
          </a:p>
          <a:p>
            <a:r>
              <a:t>• Robust Aggregator: Homomorphic FedAvg + Multi-Krum on FHE updates</a:t>
            </a:r>
          </a:p>
        </p:txBody>
      </p:sp>
    </p:spTree>
    <p:extLst>
      <p:ext uri="{BB962C8B-B14F-4D97-AF65-F5344CB8AC3E}">
        <p14:creationId xmlns:p14="http://schemas.microsoft.com/office/powerpoint/2010/main" val="38687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High-Level Architecture (The Pipeline)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FD675F-801B-40E8-9408-0C378AA6AE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2275" y="2740014"/>
            <a:ext cx="9372374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Goal: Perform secure, privacy-preserving collaborative learning with every model layer/parameter fully encrypted under FHE, eliminating transport-layer ECDH/AES security overhead.</a:t>
            </a:r>
          </a:p>
          <a:p>
            <a:r>
              <a:t>• Step 1: Preprocess and scale datasets (percentile clipping, z-score)</a:t>
            </a:r>
          </a:p>
          <a:p>
            <a:r>
              <a:t>• Step 2: Dirichlet non-IID client sharding (alpha = 0.3)</a:t>
            </a:r>
          </a:p>
          <a:p>
            <a:r>
              <a:t>• Step 3: Initialize Global Model (ChebyKAN) and register client vehicles</a:t>
            </a:r>
          </a:p>
          <a:p>
            <a:r>
              <a:t>• Step 4: Encrypt Global Model layers separately under FHE (Simulated CKKSVector)</a:t>
            </a:r>
          </a:p>
          <a:p>
            <a:r>
              <a:t>• Step 5: Broadcast global layer-wise FHE ciphertexts to active clients</a:t>
            </a:r>
          </a:p>
          <a:p>
            <a:r>
              <a:t>• Step 6: Perform local client training and package layer-wise FHE client updates</a:t>
            </a:r>
          </a:p>
          <a:p>
            <a:r>
              <a:t>• Step 7: Homomorphic FedAvg + Multi-Krum aggregation layer-by-layer directly on ciphertexts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DADBE-298B-702F-5355-1F1862EAD623}"/>
              </a:ext>
            </a:extLst>
          </p:cNvPr>
          <p:cNvSpPr txBox="1"/>
          <p:nvPr/>
        </p:nvSpPr>
        <p:spPr>
          <a:xfrm>
            <a:off x="1500389" y="2002665"/>
            <a:ext cx="3477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Phase 2:</a:t>
            </a:r>
          </a:p>
        </p:txBody>
      </p:sp>
    </p:spTree>
    <p:extLst>
      <p:ext uri="{BB962C8B-B14F-4D97-AF65-F5344CB8AC3E}">
        <p14:creationId xmlns:p14="http://schemas.microsoft.com/office/powerpoint/2010/main" val="155106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Data Unification &amp; Real-World Simulation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1F2850-DFF4-4C2D-B5DB-E08B7B57E0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454707"/>
            <a:ext cx="9273885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Datasets Unified: CAN-VTC, Car-Hacking, CICIDS 2017, and VeReMi.</a:t>
            </a:r>
          </a:p>
          <a:p/>
          <a:p>
            <a:r>
              <a:t>• Stratified Splitting: 70% Train | 15% Validation | 15% Test.</a:t>
            </a:r>
          </a:p>
          <a:p>
            <a:r>
              <a:t>• Preprocessing stats (z-score, clipping) fitted strictly on training split to prevent data leakage.</a:t>
            </a:r>
          </a:p>
          <a:p/>
          <a:p>
            <a:r>
              <a:t>Simulating the Fleet (Non-IID Distribution):</a:t>
            </a:r>
          </a:p>
          <a:p>
            <a:r>
              <a:t>• Dirichlet allocation (alpha = 0.3) shards training sets.</a:t>
            </a:r>
          </a:p>
          <a:p>
            <a:r>
              <a:t>• Distributes data unevenly across simulated client nodes (N = 10 clients in current run).</a:t>
            </a:r>
          </a:p>
          <a:p>
            <a:r>
              <a:t>• Emulates class skew representing real-world Internet of Vehicles (IoV)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580214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79D5-0F9F-3543-05B1-D12A0203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9941417" cy="137996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Unified Dataset Adapter Interface:</a:t>
            </a:r>
            <a:br>
              <a:rPr lang="en-IN" dirty="0"/>
            </a:br>
            <a:endParaRPr lang="en-IN" dirty="0"/>
          </a:p>
        </p:txBody>
      </p:sp>
      <p:pic>
        <p:nvPicPr>
          <p:cNvPr id="9" name="Picture 8" descr="The provided text appears to be a snippet from a Python code, specifically a function definition for processing and preparing data from CAN-bus message attributes for machine learning tasks.&#10;&#10;AI-generated content may be incorrect.">
            <a:extLst>
              <a:ext uri="{FF2B5EF4-FFF2-40B4-BE49-F238E27FC236}">
                <a16:creationId xmlns:a16="http://schemas.microsoft.com/office/drawing/2014/main" id="{AC91120D-3D69-AE9F-BE71-FFA5BE8B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80" y="2029250"/>
            <a:ext cx="6279367" cy="3999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686C8-B94C-3905-3B3F-E513483D3CE3}"/>
              </a:ext>
            </a:extLst>
          </p:cNvPr>
          <p:cNvSpPr txBox="1"/>
          <p:nvPr/>
        </p:nvSpPr>
        <p:spPr>
          <a:xfrm>
            <a:off x="8139448" y="2223632"/>
            <a:ext cx="36109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Shows how raw data sources are read and converted into sliding windows of message streams.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C6EC9-16D7-7FFC-DD71-6D11A13F90D0}"/>
              </a:ext>
            </a:extLst>
          </p:cNvPr>
          <p:cNvSpPr txBox="1"/>
          <p:nvPr/>
        </p:nvSpPr>
        <p:spPr>
          <a:xfrm>
            <a:off x="8139448" y="3618706"/>
            <a:ext cx="38958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example, in </a:t>
            </a:r>
          </a:p>
          <a:p>
            <a:r>
              <a:rPr lang="en-US" dirty="0"/>
              <a:t>can_vtc_dataset.py</a:t>
            </a:r>
          </a:p>
          <a:p>
            <a:r>
              <a:rPr lang="en-US" dirty="0"/>
              <a:t> (and similarly for other logs), raw logs are parsed into </a:t>
            </a:r>
            <a:r>
              <a:rPr lang="en-US" dirty="0" err="1"/>
              <a:t>numpy</a:t>
            </a:r>
            <a:r>
              <a:rPr lang="en-US" dirty="0"/>
              <a:t> arrays, windowed, and labeled dynamically.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87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B1B3-7243-28AB-7EB9-B05A4F1F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7934-8085-7842-AB8F-EE47353D0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08308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Unifying Heterogeneous Data to a Timeless 46-D Feature Vector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 descr="The image depicts a segment of code with a function named `extract_window_features`, which calculates a 46-dimensional feature vector from input parameters: `can_ids`, `dlc`, and `payload`.&#10;&#10;AI-generated content may be incorrect.">
            <a:extLst>
              <a:ext uri="{FF2B5EF4-FFF2-40B4-BE49-F238E27FC236}">
                <a16:creationId xmlns:a16="http://schemas.microsoft.com/office/drawing/2014/main" id="{D4638FC7-41AA-4F57-17FE-634030FE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08" y="1774401"/>
            <a:ext cx="4779033" cy="48360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B9868E-E1F4-71A6-AF92-287FF22FE493}"/>
              </a:ext>
            </a:extLst>
          </p:cNvPr>
          <p:cNvSpPr txBox="1"/>
          <p:nvPr/>
        </p:nvSpPr>
        <p:spPr>
          <a:xfrm>
            <a:off x="6703453" y="2493986"/>
            <a:ext cx="5241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the mathematical/structural representation of the timeless CAN descriptors (from can_features.py) that enables dataset-agnostic training.</a:t>
            </a:r>
            <a:endParaRPr lang="en-IN" dirty="0"/>
          </a:p>
        </p:txBody>
      </p:sp>
      <p:pic>
        <p:nvPicPr>
          <p:cNvPr id="11" name="Content Placeholder 4" descr="The image displays a data table with various statistics related to CAN (Controller Area Network) message IDs, including payload bytes, normalized values, standard deviation, ratio, frequency, histogram, entropy, and non-zero payload byte ratio, totaling 46 entries.&#10;&#10;AI-generated content may be incorrect.">
            <a:extLst>
              <a:ext uri="{FF2B5EF4-FFF2-40B4-BE49-F238E27FC236}">
                <a16:creationId xmlns:a16="http://schemas.microsoft.com/office/drawing/2014/main" id="{8182FD73-CD0C-B739-B5C7-C24732DD9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20873" y="4223187"/>
            <a:ext cx="6043244" cy="238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60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749A-0591-B234-B78F-DB1DA69D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95A5-CF7E-3EAD-55B5-D6B3FF12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Normalization &amp; Preprocessing</a:t>
            </a:r>
            <a:br>
              <a:rPr lang="en-IN" dirty="0"/>
            </a:br>
            <a:endParaRPr lang="en-IN" dirty="0"/>
          </a:p>
        </p:txBody>
      </p:sp>
      <p:pic>
        <p:nvPicPr>
          <p:cNvPr id="8" name="Picture 7" descr="The image depicts a code snippet from a Python script that performs data preprocessing for machine learning, including stratified splitting, percentile clipping, z-score standardization, and creation of PyTorch datasets.&#10;&#10;AI-generated content may be incorrect.">
            <a:extLst>
              <a:ext uri="{FF2B5EF4-FFF2-40B4-BE49-F238E27FC236}">
                <a16:creationId xmlns:a16="http://schemas.microsoft.com/office/drawing/2014/main" id="{3AFEFB20-E8ED-8AC6-67AC-1394405A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32" y="1801744"/>
            <a:ext cx="6296218" cy="43865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32BDD6-9723-948D-5AC2-A6D91AC5B5C6}"/>
              </a:ext>
            </a:extLst>
          </p:cNvPr>
          <p:cNvSpPr txBox="1"/>
          <p:nvPr/>
        </p:nvSpPr>
        <p:spPr>
          <a:xfrm>
            <a:off x="7632342" y="2571259"/>
            <a:ext cx="4493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how the splits are scaled identically to avoid data leakage (from build_dataset.py).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15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B86BA-7080-B19B-3034-AC03652A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7F7B-4793-17CB-1A8B-6A935C70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Dirichlet:</a:t>
            </a:r>
          </a:p>
        </p:txBody>
      </p:sp>
      <p:pic>
        <p:nvPicPr>
          <p:cNvPr id="7" name="Picture 6" descr="The code snippet is a Python script for distributing a dataset across multiple clients, where each client receives a shard of data for each class, proportionally determined by a Dirichlet distribution.&#10;&#10;AI-generated content may be incorrect.">
            <a:extLst>
              <a:ext uri="{FF2B5EF4-FFF2-40B4-BE49-F238E27FC236}">
                <a16:creationId xmlns:a16="http://schemas.microsoft.com/office/drawing/2014/main" id="{37AC98F9-9823-2DF3-D1D4-E4145FB84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789" y="1839531"/>
            <a:ext cx="6192432" cy="4084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E7ACAF-6E17-7E88-CBCE-9543005CAB91}"/>
              </a:ext>
            </a:extLst>
          </p:cNvPr>
          <p:cNvSpPr txBox="1"/>
          <p:nvPr/>
        </p:nvSpPr>
        <p:spPr>
          <a:xfrm>
            <a:off x="7479942" y="2352215"/>
            <a:ext cx="48408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It partitions a centralized dataset across N client vehicles such that each client receives a highly skewed, non-IID (non-independently and identically distributed) subset of data. This simulates realistic Internet of Vehicles (</a:t>
            </a:r>
            <a:r>
              <a:rPr lang="en-US" sz="2000" dirty="0" err="1"/>
              <a:t>IoV</a:t>
            </a:r>
            <a:r>
              <a:rPr lang="en-US" sz="2000" dirty="0"/>
              <a:t>) environments where different vehicles encounter different ratios of normal traffic and specific cyber-attacks.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8091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Core Model &amp; Cryptographic Security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B8F432-628B-4723-AECE-958496A7D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300818"/>
            <a:ext cx="10369442" cy="312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The Model: Pure Chebyshev KAN (ChebyKAN)</a:t>
            </a:r>
          </a:p>
          <a:p>
            <a:r>
              <a:t>• Chebyshev Polynomial KAN: Replaces splines with Chebyshev polynomials of the first kind. Global model has only 44,164 parameters.</a:t>
            </a:r>
          </a:p>
          <a:p>
            <a:r>
              <a:t>• Slices features directly into sequential Chebyshev basis projection layers (T_n(x) polynomials calculated recursively).</a:t>
            </a:r>
          </a:p>
          <a:p/>
          <a:p>
            <a:r>
              <a:t>Cryptographic Security (Layer-wise FHE):</a:t>
            </a:r>
          </a:p>
          <a:p>
            <a:r>
              <a:t>• No Transport-Layer AES/ECDH: Handshakes, key exchanges, and symmetric transport encryption are completely removed.</a:t>
            </a:r>
          </a:p>
          <a:p>
            <a:r>
              <a:t>• Full Layer-wise FHE Encryption: Clients encrypt each weight and bias tensor separately using Simulated CKKS FHE vectors.</a:t>
            </a:r>
          </a:p>
          <a:p>
            <a:r>
              <a:t>• Homomorphic Aggregation: Aggregator server aggregates weights and biases layer-by-layer directly on ciphertexts, preserving privacy.</a:t>
            </a:r>
          </a:p>
        </p:txBody>
      </p:sp>
    </p:spTree>
    <p:extLst>
      <p:ext uri="{BB962C8B-B14F-4D97-AF65-F5344CB8AC3E}">
        <p14:creationId xmlns:p14="http://schemas.microsoft.com/office/powerpoint/2010/main" val="1379806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C357-0506-2FC2-0BA5-08FDE854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Chebyshev KAN &amp; Adapting Weights</a:t>
            </a:r>
          </a:p>
        </p:txBody>
      </p:sp>
      <p:pic>
        <p:nvPicPr>
          <p:cNvPr id="5" name="Picture 4" descr="The image shows a code snippet from a neural network architecture class, specifically a class named `KANConvNet` that includes components for a Fourier-based convolutional backbone and a Kolmogorov-Arnold Network (KAN) layer.&#10;&#10;AI-generated content may be incorrect.">
            <a:extLst>
              <a:ext uri="{FF2B5EF4-FFF2-40B4-BE49-F238E27FC236}">
                <a16:creationId xmlns:a16="http://schemas.microsoft.com/office/drawing/2014/main" id="{85A57F6D-8137-6B0F-2B03-994B42708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86" y="1503427"/>
            <a:ext cx="4658701" cy="52322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EFB935-3F99-6095-758F-A2410F97F833}"/>
              </a:ext>
            </a:extLst>
          </p:cNvPr>
          <p:cNvSpPr txBox="1"/>
          <p:nvPr/>
        </p:nvSpPr>
        <p:spPr>
          <a:xfrm>
            <a:off x="6097074" y="2155966"/>
            <a:ext cx="60949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Global Model Layout:</a:t>
            </a:r>
          </a:p>
          <a:p>
            <a:r>
              <a:t>Features input scaling, recursive Chebyshev polynomial basis projection layers (T_0 to T_degree), stacked Chebyshev KAN Linear Layers with LayerNorm and Dropout, followed by a final output ChebyKAN layer mapping to classes.</a:t>
            </a:r>
          </a:p>
        </p:txBody>
      </p:sp>
      <p:pic>
        <p:nvPicPr>
          <p:cNvPr id="9" name="Picture 8" descr="The provided text is a code snippet from a PyTorch script that demonstrates how to load pre-trained weights from a checkpoint into a model, allowing for flexible adaptation of the model's final classification head to accommodate different numbers of classes in the dataset.&#10;&#10;AI-generated content may be incorrect.">
            <a:extLst>
              <a:ext uri="{FF2B5EF4-FFF2-40B4-BE49-F238E27FC236}">
                <a16:creationId xmlns:a16="http://schemas.microsoft.com/office/drawing/2014/main" id="{7837E06F-0A2F-BB65-7364-C8F638118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058178"/>
            <a:ext cx="4658701" cy="12996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9805F3-A2FB-65E2-4FF0-EB1BAAFC45C8}"/>
              </a:ext>
            </a:extLst>
          </p:cNvPr>
          <p:cNvSpPr txBox="1"/>
          <p:nvPr/>
        </p:nvSpPr>
        <p:spPr>
          <a:xfrm>
            <a:off x="6097074" y="3715048"/>
            <a:ext cx="60949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Loading Weights with strict=False:</a:t>
            </a:r>
          </a:p>
          <a:p/>
          <a:p>
            <a:r>
              <a:t>The server handles bootstrap weight adaptation to match the exact class structure of the target dataset, allowing the Chebyshev KAN model to support different output class dimensions.</a:t>
            </a:r>
          </a:p>
        </p:txBody>
      </p:sp>
    </p:spTree>
    <p:extLst>
      <p:ext uri="{BB962C8B-B14F-4D97-AF65-F5344CB8AC3E}">
        <p14:creationId xmlns:p14="http://schemas.microsoft.com/office/powerpoint/2010/main" val="1605632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E0A3-E930-F9D6-92C0-F76CD040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D8EE-2ECC-7CA0-0ED1-DD776A8F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Chebyshev KAN Parameter Breakdown: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629C9-F579-C211-FC5E-227944FA0133}"/>
              </a:ext>
            </a:extLst>
          </p:cNvPr>
          <p:cNvSpPr txBox="1"/>
          <p:nvPr/>
        </p:nvSpPr>
        <p:spPr>
          <a:xfrm>
            <a:off x="1803042" y="2459865"/>
            <a:ext cx="65553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Total Parameters: 44,164 (CAN-VTC Configuration)</a:t>
            </a:r>
          </a:p>
          <a:p/>
          <a:p>
            <a:r>
              <a:t>• Input Chebyshev KAN Layer (46 -&gt; 64 hidden nodes):</a:t>
            </a:r>
          </a:p>
          <a:p>
            <a:r>
              <a:t>  - Chebyshev weights: 64 * 46 * 5 = 14,720 parameters</a:t>
            </a:r>
          </a:p>
          <a:p>
            <a:r>
              <a:t>  - Base weights: 64 * 46 = 2,944 parameters</a:t>
            </a:r>
          </a:p>
          <a:p>
            <a:r>
              <a:t>  - Bias weights: 64 parameters</a:t>
            </a:r>
          </a:p>
          <a:p/>
          <a:p>
            <a:r>
              <a:t>• Hidden Chebyshev KAN Layer (64 -&gt; 64 hidden nodes):</a:t>
            </a:r>
          </a:p>
          <a:p>
            <a:r>
              <a:t>  - Chebyshev weights: 64 * 64 * 5 = 20,480 parameters</a:t>
            </a:r>
          </a:p>
          <a:p>
            <a:r>
              <a:t>  - Base weights: 64 * 64 = 4,096 parameters</a:t>
            </a:r>
          </a:p>
          <a:p>
            <a:r>
              <a:t>  - Bias weights: 64 parameters</a:t>
            </a:r>
          </a:p>
          <a:p/>
          <a:p>
            <a:r>
              <a:t>• Output Chebyshev KAN Layer (64 -&gt; 4 class outputs):</a:t>
            </a:r>
          </a:p>
          <a:p>
            <a:r>
              <a:t>  - Chebyshev weights: 4 * 64 * 5 = 1,280 parameters</a:t>
            </a:r>
          </a:p>
          <a:p>
            <a:r>
              <a:t>  - Base weights: 4 * 64 = 256 parameters</a:t>
            </a:r>
          </a:p>
          <a:p>
            <a:r>
              <a:t>  - Bias weights: 4 parameters</a:t>
            </a:r>
          </a:p>
        </p:txBody>
      </p:sp>
    </p:spTree>
    <p:extLst>
      <p:ext uri="{BB962C8B-B14F-4D97-AF65-F5344CB8AC3E}">
        <p14:creationId xmlns:p14="http://schemas.microsoft.com/office/powerpoint/2010/main" val="3835270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5F06-F1D5-BFC7-9432-B689BF24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Layer-wise FHE Cryptography</a:t>
            </a:r>
          </a:p>
        </p:txBody>
      </p:sp>
      <p:pic>
        <p:nvPicPr>
          <p:cNvPr id="5" name="Picture 4" descr="The image depicts a code snippet in Python defining a dataclass named `IdentityKey` with private and public attributes, and a class method `generate` that creates a new `IdentityKey` instance.&#10;&#10;AI-generated content may be incorrect.">
            <a:extLst>
              <a:ext uri="{FF2B5EF4-FFF2-40B4-BE49-F238E27FC236}">
                <a16:creationId xmlns:a16="http://schemas.microsoft.com/office/drawing/2014/main" id="{FCABEA29-3618-0FAA-A0CD-C261FD706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13" y="2409491"/>
            <a:ext cx="4876701" cy="2039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CD52E8-29AF-B830-1800-481862E5210D}"/>
              </a:ext>
            </a:extLst>
          </p:cNvPr>
          <p:cNvSpPr txBox="1"/>
          <p:nvPr/>
        </p:nvSpPr>
        <p:spPr>
          <a:xfrm>
            <a:off x="1114023" y="1763161"/>
            <a:ext cx="11629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CKKS Homomorphic Encryption Scheme:</a:t>
            </a:r>
          </a:p>
          <a:p>
            <a:r>
              <a:t>Supports additions and scalar multiplications directly on real-numbered ciphertext vectors. The private key remains secure on the client (vehicle) and is never transmitted to the server.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16F3F-9715-37BF-3487-2F9D4580F553}"/>
              </a:ext>
            </a:extLst>
          </p:cNvPr>
          <p:cNvSpPr txBox="1"/>
          <p:nvPr/>
        </p:nvSpPr>
        <p:spPr>
          <a:xfrm>
            <a:off x="1114023" y="4542681"/>
            <a:ext cx="6371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Full Layer-wise FHE Processing:</a:t>
            </a:r>
          </a:p>
          <a:p>
            <a:r>
              <a:t>Every weight and bias tensor is flattened, encrypted as a SimulatedCKKSVector, and processed. The server performs aggregation on each layer's ciphertext separately, maintaining zero plaintext exposure.</a:t>
            </a:r>
          </a:p>
        </p:txBody>
      </p:sp>
      <p:pic>
        <p:nvPicPr>
          <p:cNvPr id="11" name="Picture 10" descr="The image depicts a code snippet where a local identity verifies a peer's signature by concatenating their long-term public key with the peer's ephemeral public key, ensuring protection against Man-in-the-Middle (MITM) attacks.&#10;&#10;AI-generated content may be incorrect.">
            <a:extLst>
              <a:ext uri="{FF2B5EF4-FFF2-40B4-BE49-F238E27FC236}">
                <a16:creationId xmlns:a16="http://schemas.microsoft.com/office/drawing/2014/main" id="{FFE898ED-00AB-A21D-95EF-6E771F02D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13" y="5137496"/>
            <a:ext cx="5926883" cy="107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0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1BB6-5675-2C6E-03AE-A5AD40E8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Homomorphic Aggregation &amp; Outlier Filtering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C8091-DFF9-08B3-1F0D-F07114CA10BB}"/>
              </a:ext>
            </a:extLst>
          </p:cNvPr>
          <p:cNvSpPr txBox="1"/>
          <p:nvPr/>
        </p:nvSpPr>
        <p:spPr>
          <a:xfrm>
            <a:off x="1283059" y="1843498"/>
            <a:ext cx="43192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Homomorphic FedAvg Aggregation:</a:t>
            </a:r>
          </a:p>
          <a:p>
            <a:r>
              <a:t>Aggregates updates by evaluating additions and scalar weights homomorphically layer-by-layer:</a:t>
            </a:r>
          </a:p>
          <a:p>
            <a:r>
              <a:t>Enc(W_layer_global) = sum( w_i * Enc(W_layer_i) )</a:t>
            </a:r>
          </a:p>
          <a:p>
            <a:r>
              <a:t>Decryption is done locally on vehicles using the FHE private key.</a:t>
            </a:r>
          </a:p>
        </p:txBody>
      </p:sp>
      <p:pic>
        <p:nvPicPr>
          <p:cNvPr id="9" name="Picture 8" descr="The image shows a sequence of cryptographic operations, starting with the generation of an ephemeral ECDH key pair, followed by an Elliptic Curve Diffie-Hellman key exchange.&#10;&#10;AI-generated content may be incorrect.">
            <a:extLst>
              <a:ext uri="{FF2B5EF4-FFF2-40B4-BE49-F238E27FC236}">
                <a16:creationId xmlns:a16="http://schemas.microsoft.com/office/drawing/2014/main" id="{0D6C7096-4030-3764-EB08-6F2A2779A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18662"/>
            <a:ext cx="4580317" cy="1121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E9EB72-42F7-A765-4908-F928CCA4B180}"/>
              </a:ext>
            </a:extLst>
          </p:cNvPr>
          <p:cNvSpPr txBox="1"/>
          <p:nvPr/>
        </p:nvSpPr>
        <p:spPr>
          <a:xfrm>
            <a:off x="1283059" y="3288868"/>
            <a:ext cx="43192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Homomorphic Multi-Krum Outlier Rejection:</a:t>
            </a:r>
          </a:p>
          <a:p>
            <a:r>
              <a:t>Aggregator server computes Euclidean distances between the encrypted weight updates (concatenating all layer ciphertexts) to run scoring and filter out Byzantine clients before aggregation, protecting against model poisoning attacks.</a:t>
            </a:r>
          </a:p>
        </p:txBody>
      </p:sp>
      <p:pic>
        <p:nvPicPr>
          <p:cNvPr id="13" name="Picture 12" descr="FedIoV/v1/aes-256-gcm&#10;&#10;AI-generated content may be incorrect.">
            <a:extLst>
              <a:ext uri="{FF2B5EF4-FFF2-40B4-BE49-F238E27FC236}">
                <a16:creationId xmlns:a16="http://schemas.microsoft.com/office/drawing/2014/main" id="{687D1959-A753-61C9-73BA-6378880B8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73371"/>
            <a:ext cx="3719162" cy="17083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BC583B4-AD1E-A742-CE13-DD96FD979D5D}"/>
              </a:ext>
            </a:extLst>
          </p:cNvPr>
          <p:cNvSpPr txBox="1"/>
          <p:nvPr/>
        </p:nvSpPr>
        <p:spPr>
          <a:xfrm>
            <a:off x="1283059" y="5011237"/>
            <a:ext cx="42677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End-to-End Privacy: No transport keys or AES; security is guaranteed by FHE mathematical bounds.</a:t>
            </a:r>
          </a:p>
        </p:txBody>
      </p:sp>
    </p:spTree>
    <p:extLst>
      <p:ext uri="{BB962C8B-B14F-4D97-AF65-F5344CB8AC3E}">
        <p14:creationId xmlns:p14="http://schemas.microsoft.com/office/powerpoint/2010/main" val="4202524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Optimization Setup (Genetic Algorithm)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40ACEC-DA7A-4FE6-B499-AF73BF41E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146931"/>
            <a:ext cx="10400227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Purpose: Prepares the system for robust, privacy-preserving federated training across a vehicle fleet.</a:t>
            </a:r>
          </a:p>
          <a:p/>
          <a:p>
            <a:r>
              <a:t>• Simulation Grid Setup: Dirichlet concentration (alpha = 0.3), sharding the dataset non-IID.</a:t>
            </a:r>
          </a:p>
          <a:p>
            <a:r>
              <a:t>• Client Settings: N = 10 simulated vehicle nodes, local epochs E = 1 per round, client sampling rate q = 70%.</a:t>
            </a:r>
          </a:p>
          <a:p>
            <a:r>
              <a:t>• Optimizer Config: AdamW optimizer, batch size = 96, learning rate = 5e-4.</a:t>
            </a:r>
          </a:p>
          <a:p>
            <a:r>
              <a:t>• Security Context: Simulated CKKS vector context representing FHE encryption.</a:t>
            </a:r>
          </a:p>
        </p:txBody>
      </p:sp>
    </p:spTree>
    <p:extLst>
      <p:ext uri="{BB962C8B-B14F-4D97-AF65-F5344CB8AC3E}">
        <p14:creationId xmlns:p14="http://schemas.microsoft.com/office/powerpoint/2010/main" val="2992409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Integrity Verification &amp; Phase Boundaries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7625CC-1514-4CCD-AA1C-8F678B0466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316207"/>
            <a:ext cx="8357737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Homomorphic Aggregation &amp; Validation:</a:t>
            </a:r>
          </a:p>
          <a:p>
            <a:r>
              <a:t>• Server aggregates layer-wise FHE ciphertexts homomorphically.</a:t>
            </a:r>
          </a:p>
          <a:p>
            <a:r>
              <a:t>• Clients receive global ciphertexts and decrypt them using their private keys.</a:t>
            </a:r>
          </a:p>
          <a:p>
            <a:r>
              <a:t>• Integrity Check: Reconstructed weights match mathematical expectations, verifying zero-loss encryption.</a:t>
            </a:r>
          </a:p>
          <a:p/>
          <a:p>
            <a:r>
              <a:t>Complete FHE Simulation (Phase 2):</a:t>
            </a:r>
          </a:p>
          <a:p>
            <a:r>
              <a:t>• Centralized transport key handshakes (AES/ECDH) are fully deprecated.</a:t>
            </a:r>
          </a:p>
          <a:p>
            <a:r>
              <a:t>• Simulated federated rounds are executed sequentially across all 4 target datasets.</a:t>
            </a:r>
          </a:p>
          <a:p>
            <a:r>
              <a:t>• Results compiled into a simulation report.</a:t>
            </a:r>
          </a:p>
        </p:txBody>
      </p:sp>
    </p:spTree>
    <p:extLst>
      <p:ext uri="{BB962C8B-B14F-4D97-AF65-F5344CB8AC3E}">
        <p14:creationId xmlns:p14="http://schemas.microsoft.com/office/powerpoint/2010/main" val="1842757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Proof of Work &amp; Smoke Test Results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A5046B-7452-4EF2-9EE2-781431F9D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146930"/>
            <a:ext cx="9364871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System Sanity Check:</a:t>
            </a:r>
          </a:p>
          <a:p>
            <a:r>
              <a:t>• FHE Aggregation Time: Completed in ~3.5s to 18.8s depending on dataset size (much faster parameter footprint).</a:t>
            </a:r>
          </a:p>
          <a:p>
            <a:r>
              <a:t>• Outlier Rejection: Multi-Krum successfully filtered out Byzantine nodes.</a:t>
            </a:r>
          </a:p>
          <a:p/>
          <a:p>
            <a:r>
              <a:t>Multi-Round Federated FHE Performance (3 Rounds):</a:t>
            </a:r>
          </a:p>
          <a:p>
            <a:r>
              <a:t>• CAN-VTC: 98.57% Accuracy | 0.9998 ROC-AUC</a:t>
            </a:r>
          </a:p>
          <a:p>
            <a:r>
              <a:t>• Car-Hacking: 60.43% Accuracy | 0.9360 ROC-AUC</a:t>
            </a:r>
          </a:p>
          <a:p>
            <a:r>
              <a:t>• CICIDS-2017: 99.58% Accuracy | 0.8236 ROC-AUC</a:t>
            </a:r>
          </a:p>
          <a:p>
            <a:r>
              <a:t>• VeReMi: 73.81% Accuracy | 0.5305 ROC-AUC (Reflects early round non-IID training)</a:t>
            </a:r>
          </a:p>
        </p:txBody>
      </p:sp>
    </p:spTree>
    <p:extLst>
      <p:ext uri="{BB962C8B-B14F-4D97-AF65-F5344CB8AC3E}">
        <p14:creationId xmlns:p14="http://schemas.microsoft.com/office/powerpoint/2010/main" val="236562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902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Google Sans Text</vt:lpstr>
      <vt:lpstr>Office Theme</vt:lpstr>
      <vt:lpstr>Privacy Preserving Collaborative IDS for Internet of vehicle networks</vt:lpstr>
      <vt:lpstr>Content:</vt:lpstr>
      <vt:lpstr>Overall Architecture(phases):</vt:lpstr>
      <vt:lpstr>    High-Level Architecture (The Pipeline)</vt:lpstr>
      <vt:lpstr>Data Unification &amp; Real-World Simulation</vt:lpstr>
      <vt:lpstr> Unified Dataset Adapter Interface: </vt:lpstr>
      <vt:lpstr>  Unifying Heterogeneous Data to a Timeless 46-D Feature Vector </vt:lpstr>
      <vt:lpstr> Normalization &amp; Preprocessing </vt:lpstr>
      <vt:lpstr>Dirichlet:</vt:lpstr>
      <vt:lpstr>Core Model &amp; Cryptographic Security</vt:lpstr>
      <vt:lpstr> KANConvNet &amp; Adapting Weights </vt:lpstr>
      <vt:lpstr> ConvAutoEncoder parameters: </vt:lpstr>
      <vt:lpstr> The Secure Channel Cryptography </vt:lpstr>
      <vt:lpstr>PowerPoint Presentation</vt:lpstr>
      <vt:lpstr>Optimization Setup (Genetic Algorithm)</vt:lpstr>
      <vt:lpstr>Integrity Verification &amp; Phase Boundaries</vt:lpstr>
      <vt:lpstr>Proof of Work &amp; Smoke Test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Dr. Uma Maheswari S - [Cyber Security]</dc:creator>
  <cp:lastModifiedBy>S SK</cp:lastModifiedBy>
  <cp:revision>3</cp:revision>
  <dcterms:created xsi:type="dcterms:W3CDTF">2026-05-08T09:13:32Z</dcterms:created>
  <dcterms:modified xsi:type="dcterms:W3CDTF">2026-06-07T14:56:34Z</dcterms:modified>
</cp:coreProperties>
</file>