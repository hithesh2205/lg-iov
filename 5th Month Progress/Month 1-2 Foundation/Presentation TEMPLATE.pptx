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B7D51-94A3-B744-8607-E0343387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266" y="575536"/>
            <a:ext cx="9584533" cy="1138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8C7F2-C041-D1D4-510F-15E3CC39D1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2582996"/>
            <a:ext cx="8705850" cy="7810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B052D47-A6D4-4F05-77D8-7F7F134D1703}"/>
              </a:ext>
            </a:extLst>
          </p:cNvPr>
          <p:cNvSpPr txBox="1">
            <a:spLocks/>
          </p:cNvSpPr>
          <p:nvPr userDrawn="1"/>
        </p:nvSpPr>
        <p:spPr>
          <a:xfrm>
            <a:off x="2209800" y="4114073"/>
            <a:ext cx="8705850" cy="781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45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EDCFB-8C8B-7659-A1F0-E83C7DBEA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2028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F8AE-EF37-6BAF-F666-9DD8303D7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700" y="2067718"/>
            <a:ext cx="8591550" cy="35901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01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B2D-F17D-8287-2291-88C9CECD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AFB24-F26C-590F-5C96-9791B421E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937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E8AF2-DD5F-9828-72E3-95AC99E6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3F579-C2AC-8CF0-C57C-245B3CFB05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E8F99-0644-F05B-0BD5-5AEF97BA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907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7BB02-34D8-AB2D-8112-5C62A5D0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36F6F-8468-6DE9-BEA8-8A235DA5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1530F9-8D4C-3087-E82F-D2101BF8E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C8F93-4A9D-17E6-E4DF-0CAA084A9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EE87A7-41F1-901B-49BB-812E8CD8B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AB484CA-13F1-6871-D75C-73515D3AB834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08-05-2026</a:t>
            </a:fld>
            <a:endParaRPr lang="en-IN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3899B8C-98ED-F2CD-35A5-1331727E36C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48E995B0-B848-D470-BBDC-B968BA8B032E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18410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47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F85B-F02C-0BF5-EDB4-4C51B4EA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9FC7C2B-53DB-ADF9-0941-33B52385D563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08-05-2026</a:t>
            </a:fld>
            <a:endParaRPr lang="en-IN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2554ECD-B0CF-A0F4-7D9B-FC3E726B2035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95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20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766BB-31A1-034E-E5A0-902F45797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7FC4B-2AF9-E75E-0E11-4D2A2D22C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07494-F457-03D9-7D58-8B578A362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5089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84033-47ED-3940-3A52-27A657E1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6A38FA-37A2-DB64-1EB8-731522C05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54824-2AA7-2EC8-B8FA-2A9332F73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728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927C1-72F9-ABDC-07D5-150066FC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0402-52A9-1BCE-7C55-6DDCB828E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04C4C6-979A-1864-B615-657C6C49CABB}"/>
              </a:ext>
            </a:extLst>
          </p:cNvPr>
          <p:cNvSpPr txBox="1">
            <a:spLocks/>
          </p:cNvSpPr>
          <p:nvPr userDrawn="1"/>
        </p:nvSpPr>
        <p:spPr>
          <a:xfrm>
            <a:off x="10217031" y="5811838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13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59945A-E885-CFDF-C523-BF1865099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AA33A-D724-3BD3-7CEB-85D0F44E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52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24E79B-CF5F-7B98-CD8E-5DC36E8E4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7C8B2-588F-3115-2BBB-A38E8F0B0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61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0" name="그룹 10">
            <a:extLst>
              <a:ext uri="{FF2B5EF4-FFF2-40B4-BE49-F238E27FC236}">
                <a16:creationId xmlns:a16="http://schemas.microsoft.com/office/drawing/2014/main" id="{D21F6BA0-110F-4ED2-B5B7-CEF5EF4D1114}"/>
              </a:ext>
            </a:extLst>
          </p:cNvPr>
          <p:cNvGrpSpPr/>
          <p:nvPr userDrawn="1"/>
        </p:nvGrpSpPr>
        <p:grpSpPr>
          <a:xfrm>
            <a:off x="246185" y="188914"/>
            <a:ext cx="11699631" cy="6480175"/>
            <a:chOff x="200025" y="188913"/>
            <a:chExt cx="9505950" cy="6480175"/>
          </a:xfrm>
        </p:grpSpPr>
        <p:grpSp>
          <p:nvGrpSpPr>
            <p:cNvPr id="11" name="그룹 11">
              <a:extLst>
                <a:ext uri="{FF2B5EF4-FFF2-40B4-BE49-F238E27FC236}">
                  <a16:creationId xmlns:a16="http://schemas.microsoft.com/office/drawing/2014/main" id="{BED4AED5-4206-CF2E-F7A1-0055A5FBFCCA}"/>
                </a:ext>
              </a:extLst>
            </p:cNvPr>
            <p:cNvGrpSpPr/>
            <p:nvPr/>
          </p:nvGrpSpPr>
          <p:grpSpPr>
            <a:xfrm>
              <a:off x="200025" y="188913"/>
              <a:ext cx="9505950" cy="6480175"/>
              <a:chOff x="200025" y="188913"/>
              <a:chExt cx="9505950" cy="6480175"/>
            </a:xfrm>
          </p:grpSpPr>
          <p:sp>
            <p:nvSpPr>
              <p:cNvPr id="13" name="직사각형 13">
                <a:extLst>
                  <a:ext uri="{FF2B5EF4-FFF2-40B4-BE49-F238E27FC236}">
                    <a16:creationId xmlns:a16="http://schemas.microsoft.com/office/drawing/2014/main" id="{85D5CB92-416B-BDEE-0946-666D70E7D254}"/>
                  </a:ext>
                </a:extLst>
              </p:cNvPr>
              <p:cNvSpPr/>
              <p:nvPr/>
            </p:nvSpPr>
            <p:spPr>
              <a:xfrm>
                <a:off x="200025" y="188913"/>
                <a:ext cx="9505950" cy="6480175"/>
              </a:xfrm>
              <a:prstGeom prst="rect">
                <a:avLst/>
              </a:prstGeom>
              <a:noFill/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9" tIns="45715" rIns="91429" bIns="45715" rtlCol="0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sz="1800">
                  <a:solidFill>
                    <a:prstClr val="white"/>
                  </a:solidFill>
                </a:endParaRPr>
              </a:p>
            </p:txBody>
          </p:sp>
          <p:pic>
            <p:nvPicPr>
              <p:cNvPr id="14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1EFF0273-6709-ED23-D5F4-71C85C2DB0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8574" b="66436"/>
              <a:stretch/>
            </p:blipFill>
            <p:spPr bwMode="auto">
              <a:xfrm>
                <a:off x="200025" y="188913"/>
                <a:ext cx="735289" cy="216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C:\ECM\TEMP\부서함\Brand담당\20년 연간업무계획\디지털 그래픽 모티브 개발★\★1st Manual Official Release\Graphic Asset_v1.0\1. Main motif - Solid color\png\Main_motif-LG_red_solid.png">
                <a:extLst>
                  <a:ext uri="{FF2B5EF4-FFF2-40B4-BE49-F238E27FC236}">
                    <a16:creationId xmlns:a16="http://schemas.microsoft.com/office/drawing/2014/main" id="{82D93D90-30C5-7567-99F7-F216FD2FB1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7355" t="77614"/>
              <a:stretch/>
            </p:blipFill>
            <p:spPr bwMode="auto">
              <a:xfrm>
                <a:off x="8249308" y="5229088"/>
                <a:ext cx="1456667" cy="1440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2" name="Picture 2" descr="C:\ECM\TEMP\부서함\Brand담당\CI 매뉴얼★\★로고파일-자회사名\14년ver\(주)LG\LG_가로조합.png">
              <a:extLst>
                <a:ext uri="{FF2B5EF4-FFF2-40B4-BE49-F238E27FC236}">
                  <a16:creationId xmlns:a16="http://schemas.microsoft.com/office/drawing/2014/main" id="{FB5F343A-C8BF-4DF5-10C6-D9140041F1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5866" y="5137700"/>
              <a:ext cx="824060" cy="3614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FEF245D9-626D-1B5E-1BCE-5395532642BE}"/>
              </a:ext>
            </a:extLst>
          </p:cNvPr>
          <p:cNvSpPr txBox="1">
            <a:spLocks/>
          </p:cNvSpPr>
          <p:nvPr userDrawn="1"/>
        </p:nvSpPr>
        <p:spPr>
          <a:xfrm>
            <a:off x="1026993" y="6270627"/>
            <a:ext cx="28860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#TITLE OF THE PROJECT , </a:t>
            </a:r>
            <a:fld id="{E3549E9F-5827-439A-9E6B-E37DCC044DF2}" type="datetimeFigureOut">
              <a:rPr lang="en-IN" smtClean="0"/>
              <a:pPr/>
              <a:t>08-05-2026</a:t>
            </a:fld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054BE00-E799-97A0-ACFB-975B763973C6}"/>
              </a:ext>
            </a:extLst>
          </p:cNvPr>
          <p:cNvSpPr txBox="1">
            <a:spLocks/>
          </p:cNvSpPr>
          <p:nvPr userDrawn="1"/>
        </p:nvSpPr>
        <p:spPr>
          <a:xfrm>
            <a:off x="10174168" y="6189663"/>
            <a:ext cx="9908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C9B432-17AA-4CEB-8DEE-0A40D99566D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18" name="object 27">
            <a:extLst>
              <a:ext uri="{FF2B5EF4-FFF2-40B4-BE49-F238E27FC236}">
                <a16:creationId xmlns:a16="http://schemas.microsoft.com/office/drawing/2014/main" id="{0CA43A76-C83A-B840-3258-FC1750FD6420}"/>
              </a:ext>
            </a:extLst>
          </p:cNvPr>
          <p:cNvPicPr/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4945461" y="6189663"/>
            <a:ext cx="3333473" cy="44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00B-B9CF-BAB6-D90D-E47BD07552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E5450-03F0-B1EA-0318-D1B927D1F7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73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DB96-FC4C-95EF-B49C-FF9FC3CD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79BB2-CBF6-8FCD-8298-80A8FC5AC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1068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48B78-1557-CEF1-E910-969C25C4B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071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77548-0687-F4B4-0BC2-98D18647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780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88361C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Uma Maheswari S - [Cyber Security]</dc:creator>
  <cp:lastModifiedBy>Dr. Uma Maheswari S - [Cyber Security]</cp:lastModifiedBy>
  <cp:revision>2</cp:revision>
  <dcterms:created xsi:type="dcterms:W3CDTF">2026-05-08T09:13:32Z</dcterms:created>
  <dcterms:modified xsi:type="dcterms:W3CDTF">2026-05-08T09:15:08Z</dcterms:modified>
</cp:coreProperties>
</file>