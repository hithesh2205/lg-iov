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4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57" r:id="rId5"/>
    <p:sldId id="261" r:id="rId6"/>
    <p:sldId id="267" r:id="rId7"/>
    <p:sldId id="268" r:id="rId8"/>
    <p:sldId id="269" r:id="rId9"/>
    <p:sldId id="270" r:id="rId10"/>
    <p:sldId id="260" r:id="rId11"/>
    <p:sldId id="271" r:id="rId12"/>
    <p:sldId id="274" r:id="rId13"/>
    <p:sldId id="272" r:id="rId14"/>
    <p:sldId id="273" r:id="rId15"/>
    <p:sldId id="263" r:id="rId16"/>
    <p:sldId id="262" r:id="rId17"/>
    <p:sldId id="2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B50641-A0E7-424B-BD59-A81F32159879}" v="23" dt="2026-06-07T14:55:29.6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62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Relationship Id="rId2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 SK" userId="98403871db0ab82b" providerId="LiveId" clId="{90C98A4D-90FC-4B25-8A97-24EE4C178DBC}"/>
    <pc:docChg chg="undo custSel addSld modSld sldOrd">
      <pc:chgData name="S SK" userId="98403871db0ab82b" providerId="LiveId" clId="{90C98A4D-90FC-4B25-8A97-24EE4C178DBC}" dt="2026-06-07T14:56:32.445" v="827" actId="255"/>
      <pc:docMkLst>
        <pc:docMk/>
      </pc:docMkLst>
      <pc:sldChg chg="modSp mod">
        <pc:chgData name="S SK" userId="98403871db0ab82b" providerId="LiveId" clId="{90C98A4D-90FC-4B25-8A97-24EE4C178DBC}" dt="2026-06-01T16:50:29.940" v="1" actId="14100"/>
        <pc:sldMkLst>
          <pc:docMk/>
          <pc:sldMk cId="2654737193" sldId="256"/>
        </pc:sldMkLst>
        <pc:spChg chg="mod">
          <ac:chgData name="S SK" userId="98403871db0ab82b" providerId="LiveId" clId="{90C98A4D-90FC-4B25-8A97-24EE4C178DBC}" dt="2026-06-01T16:50:29.940" v="1" actId="14100"/>
          <ac:spMkLst>
            <pc:docMk/>
            <pc:sldMk cId="2654737193" sldId="256"/>
            <ac:spMk id="2" creationId="{4A15900B-B9CF-BAB6-D90D-E47BD0755202}"/>
          </ac:spMkLst>
        </pc:spChg>
      </pc:sldChg>
      <pc:sldChg chg="addSp modSp mod">
        <pc:chgData name="S SK" userId="98403871db0ab82b" providerId="LiveId" clId="{90C98A4D-90FC-4B25-8A97-24EE4C178DBC}" dt="2026-06-01T16:57:29.578" v="88" actId="255"/>
        <pc:sldMkLst>
          <pc:docMk/>
          <pc:sldMk cId="1551068285" sldId="257"/>
        </pc:sldMkLst>
        <pc:spChg chg="add mod">
          <ac:chgData name="S SK" userId="98403871db0ab82b" providerId="LiveId" clId="{90C98A4D-90FC-4B25-8A97-24EE4C178DBC}" dt="2026-06-01T16:57:21.428" v="87" actId="255"/>
          <ac:spMkLst>
            <pc:docMk/>
            <pc:sldMk cId="1551068285" sldId="257"/>
            <ac:spMk id="3" creationId="{446DADBE-298B-702F-5355-1F1862EAD623}"/>
          </ac:spMkLst>
        </pc:spChg>
        <pc:spChg chg="mod">
          <ac:chgData name="S SK" userId="98403871db0ab82b" providerId="LiveId" clId="{90C98A4D-90FC-4B25-8A97-24EE4C178DBC}" dt="2026-06-01T16:57:29.578" v="88" actId="255"/>
          <ac:spMkLst>
            <pc:docMk/>
            <pc:sldMk cId="1551068285" sldId="257"/>
            <ac:spMk id="4" creationId="{05FD675F-801B-40E8-9408-0C378AA6AE3E}"/>
          </ac:spMkLst>
        </pc:spChg>
      </pc:sldChg>
      <pc:sldChg chg="modSp mod">
        <pc:chgData name="S SK" userId="98403871db0ab82b" providerId="LiveId" clId="{90C98A4D-90FC-4B25-8A97-24EE4C178DBC}" dt="2026-06-07T14:07:51.153" v="491" actId="20577"/>
        <pc:sldMkLst>
          <pc:docMk/>
          <pc:sldMk cId="1379806657" sldId="260"/>
        </pc:sldMkLst>
        <pc:spChg chg="mod">
          <ac:chgData name="S SK" userId="98403871db0ab82b" providerId="LiveId" clId="{90C98A4D-90FC-4B25-8A97-24EE4C178DBC}" dt="2026-06-07T14:07:51.153" v="491" actId="20577"/>
          <ac:spMkLst>
            <pc:docMk/>
            <pc:sldMk cId="1379806657" sldId="260"/>
            <ac:spMk id="4" creationId="{C6B8F432-628B-4723-AECE-958496A7D333}"/>
          </ac:spMkLst>
        </pc:spChg>
      </pc:sldChg>
      <pc:sldChg chg="modSp mod">
        <pc:chgData name="S SK" userId="98403871db0ab82b" providerId="LiveId" clId="{90C98A4D-90FC-4B25-8A97-24EE4C178DBC}" dt="2026-06-01T17:27:05.875" v="180" actId="20577"/>
        <pc:sldMkLst>
          <pc:docMk/>
          <pc:sldMk cId="3580214471" sldId="261"/>
        </pc:sldMkLst>
        <pc:spChg chg="mod">
          <ac:chgData name="S SK" userId="98403871db0ab82b" providerId="LiveId" clId="{90C98A4D-90FC-4B25-8A97-24EE4C178DBC}" dt="2026-06-01T17:27:05.875" v="180" actId="20577"/>
          <ac:spMkLst>
            <pc:docMk/>
            <pc:sldMk cId="3580214471" sldId="261"/>
            <ac:spMk id="4" creationId="{CF1F2850-DFF4-4C2D-B5DB-E08B7B57E06A}"/>
          </ac:spMkLst>
        </pc:spChg>
      </pc:sldChg>
      <pc:sldChg chg="modSp mod">
        <pc:chgData name="S SK" userId="98403871db0ab82b" providerId="LiveId" clId="{90C98A4D-90FC-4B25-8A97-24EE4C178DBC}" dt="2026-06-01T17:02:23.988" v="177" actId="20577"/>
        <pc:sldMkLst>
          <pc:docMk/>
          <pc:sldMk cId="1842757035" sldId="262"/>
        </pc:sldMkLst>
        <pc:spChg chg="mod">
          <ac:chgData name="S SK" userId="98403871db0ab82b" providerId="LiveId" clId="{90C98A4D-90FC-4B25-8A97-24EE4C178DBC}" dt="2026-06-01T17:02:23.988" v="177" actId="20577"/>
          <ac:spMkLst>
            <pc:docMk/>
            <pc:sldMk cId="1842757035" sldId="262"/>
            <ac:spMk id="4" creationId="{0D7625CC-1514-4CCD-AA1C-8F678B0466DF}"/>
          </ac:spMkLst>
        </pc:spChg>
      </pc:sldChg>
      <pc:sldChg chg="modSp mod">
        <pc:chgData name="S SK" userId="98403871db0ab82b" providerId="LiveId" clId="{90C98A4D-90FC-4B25-8A97-24EE4C178DBC}" dt="2026-06-01T17:01:09.752" v="176" actId="20577"/>
        <pc:sldMkLst>
          <pc:docMk/>
          <pc:sldMk cId="2992409775" sldId="263"/>
        </pc:sldMkLst>
        <pc:spChg chg="mod">
          <ac:chgData name="S SK" userId="98403871db0ab82b" providerId="LiveId" clId="{90C98A4D-90FC-4B25-8A97-24EE4C178DBC}" dt="2026-06-01T17:01:09.752" v="176" actId="20577"/>
          <ac:spMkLst>
            <pc:docMk/>
            <pc:sldMk cId="2992409775" sldId="263"/>
            <ac:spMk id="4" creationId="{B740ACEC-DA7A-4FE6-B499-AF73BF41EF3E}"/>
          </ac:spMkLst>
        </pc:spChg>
      </pc:sldChg>
      <pc:sldChg chg="modSp mod">
        <pc:chgData name="S SK" userId="98403871db0ab82b" providerId="LiveId" clId="{90C98A4D-90FC-4B25-8A97-24EE4C178DBC}" dt="2026-06-01T17:02:49.702" v="179" actId="255"/>
        <pc:sldMkLst>
          <pc:docMk/>
          <pc:sldMk cId="2365625632" sldId="264"/>
        </pc:sldMkLst>
        <pc:spChg chg="mod">
          <ac:chgData name="S SK" userId="98403871db0ab82b" providerId="LiveId" clId="{90C98A4D-90FC-4B25-8A97-24EE4C178DBC}" dt="2026-06-01T17:02:49.702" v="179" actId="255"/>
          <ac:spMkLst>
            <pc:docMk/>
            <pc:sldMk cId="2365625632" sldId="264"/>
            <ac:spMk id="4" creationId="{57A5046B-7452-4EF2-9EE2-781431F9D284}"/>
          </ac:spMkLst>
        </pc:spChg>
      </pc:sldChg>
      <pc:sldChg chg="modSp add mod">
        <pc:chgData name="S SK" userId="98403871db0ab82b" providerId="LiveId" clId="{90C98A4D-90FC-4B25-8A97-24EE4C178DBC}" dt="2026-06-01T16:52:41.046" v="44" actId="20577"/>
        <pc:sldMkLst>
          <pc:docMk/>
          <pc:sldMk cId="2905560675" sldId="265"/>
        </pc:sldMkLst>
        <pc:spChg chg="mod">
          <ac:chgData name="S SK" userId="98403871db0ab82b" providerId="LiveId" clId="{90C98A4D-90FC-4B25-8A97-24EE4C178DBC}" dt="2026-06-01T16:52:10.181" v="17" actId="14100"/>
          <ac:spMkLst>
            <pc:docMk/>
            <pc:sldMk cId="2905560675" sldId="265"/>
            <ac:spMk id="2" creationId="{89A03760-F4B4-6A15-F5F2-2AC2DEF4DAB2}"/>
          </ac:spMkLst>
        </pc:spChg>
        <pc:spChg chg="mod">
          <ac:chgData name="S SK" userId="98403871db0ab82b" providerId="LiveId" clId="{90C98A4D-90FC-4B25-8A97-24EE4C178DBC}" dt="2026-06-01T16:52:41.046" v="44" actId="20577"/>
          <ac:spMkLst>
            <pc:docMk/>
            <pc:sldMk cId="2905560675" sldId="265"/>
            <ac:spMk id="3" creationId="{D63AC718-BADA-6FDE-E6E0-12C87E05FD88}"/>
          </ac:spMkLst>
        </pc:spChg>
      </pc:sldChg>
      <pc:sldChg chg="modSp add mod">
        <pc:chgData name="S SK" userId="98403871db0ab82b" providerId="LiveId" clId="{90C98A4D-90FC-4B25-8A97-24EE4C178DBC}" dt="2026-06-01T16:56:49.479" v="77" actId="20577"/>
        <pc:sldMkLst>
          <pc:docMk/>
          <pc:sldMk cId="386878855" sldId="266"/>
        </pc:sldMkLst>
        <pc:spChg chg="mod">
          <ac:chgData name="S SK" userId="98403871db0ab82b" providerId="LiveId" clId="{90C98A4D-90FC-4B25-8A97-24EE4C178DBC}" dt="2026-06-01T16:56:49.479" v="77" actId="20577"/>
          <ac:spMkLst>
            <pc:docMk/>
            <pc:sldMk cId="386878855" sldId="266"/>
            <ac:spMk id="2" creationId="{9DBABF57-0CCE-FC58-BEA8-564681307B95}"/>
          </ac:spMkLst>
        </pc:spChg>
      </pc:sldChg>
      <pc:sldChg chg="addSp delSp modSp new mod">
        <pc:chgData name="S SK" userId="98403871db0ab82b" providerId="LiveId" clId="{90C98A4D-90FC-4B25-8A97-24EE4C178DBC}" dt="2026-06-01T17:49:45.661" v="219" actId="27636"/>
        <pc:sldMkLst>
          <pc:docMk/>
          <pc:sldMk cId="685873498" sldId="267"/>
        </pc:sldMkLst>
        <pc:spChg chg="mod">
          <ac:chgData name="S SK" userId="98403871db0ab82b" providerId="LiveId" clId="{90C98A4D-90FC-4B25-8A97-24EE4C178DBC}" dt="2026-06-01T17:49:45.661" v="219" actId="27636"/>
          <ac:spMkLst>
            <pc:docMk/>
            <pc:sldMk cId="685873498" sldId="267"/>
            <ac:spMk id="2" creationId="{1B3A79D5-0F9F-3543-05B1-D12A0203A187}"/>
          </ac:spMkLst>
        </pc:spChg>
        <pc:spChg chg="add mod">
          <ac:chgData name="S SK" userId="98403871db0ab82b" providerId="LiveId" clId="{90C98A4D-90FC-4B25-8A97-24EE4C178DBC}" dt="2026-06-01T17:48:16.188" v="205" actId="14100"/>
          <ac:spMkLst>
            <pc:docMk/>
            <pc:sldMk cId="685873498" sldId="267"/>
            <ac:spMk id="11" creationId="{D55686C8-B94C-3905-3B3F-E513483D3CE3}"/>
          </ac:spMkLst>
        </pc:spChg>
        <pc:spChg chg="add mod">
          <ac:chgData name="S SK" userId="98403871db0ab82b" providerId="LiveId" clId="{90C98A4D-90FC-4B25-8A97-24EE4C178DBC}" dt="2026-06-01T17:49:01.291" v="214" actId="20577"/>
          <ac:spMkLst>
            <pc:docMk/>
            <pc:sldMk cId="685873498" sldId="267"/>
            <ac:spMk id="14" creationId="{AFBC6EC9-16D7-7FFC-DD71-6D11A13F90D0}"/>
          </ac:spMkLst>
        </pc:spChg>
        <pc:picChg chg="add mod">
          <ac:chgData name="S SK" userId="98403871db0ab82b" providerId="LiveId" clId="{90C98A4D-90FC-4B25-8A97-24EE4C178DBC}" dt="2026-06-01T17:48:46.060" v="208" actId="1076"/>
          <ac:picMkLst>
            <pc:docMk/>
            <pc:sldMk cId="685873498" sldId="267"/>
            <ac:picMk id="9" creationId="{AC91120D-3D69-AE9F-BE71-FFA5BE8B6515}"/>
          </ac:picMkLst>
        </pc:picChg>
      </pc:sldChg>
      <pc:sldChg chg="addSp delSp modSp add mod">
        <pc:chgData name="S SK" userId="98403871db0ab82b" providerId="LiveId" clId="{90C98A4D-90FC-4B25-8A97-24EE4C178DBC}" dt="2026-06-07T14:06:18.158" v="401" actId="1076"/>
        <pc:sldMkLst>
          <pc:docMk/>
          <pc:sldMk cId="4074760301" sldId="268"/>
        </pc:sldMkLst>
        <pc:spChg chg="mod">
          <ac:chgData name="S SK" userId="98403871db0ab82b" providerId="LiveId" clId="{90C98A4D-90FC-4B25-8A97-24EE4C178DBC}" dt="2026-06-01T17:51:23.021" v="239" actId="14100"/>
          <ac:spMkLst>
            <pc:docMk/>
            <pc:sldMk cId="4074760301" sldId="268"/>
            <ac:spMk id="2" creationId="{7E997934-8085-7842-AB8F-EE47353D069A}"/>
          </ac:spMkLst>
        </pc:spChg>
        <pc:spChg chg="add mod">
          <ac:chgData name="S SK" userId="98403871db0ab82b" providerId="LiveId" clId="{90C98A4D-90FC-4B25-8A97-24EE4C178DBC}" dt="2026-06-01T17:51:08.801" v="238" actId="14100"/>
          <ac:spMkLst>
            <pc:docMk/>
            <pc:sldMk cId="4074760301" sldId="268"/>
            <ac:spMk id="10" creationId="{E6B9868E-E1F4-71A6-AF92-287FF22FE493}"/>
          </ac:spMkLst>
        </pc:spChg>
        <pc:picChg chg="add mod">
          <ac:chgData name="S SK" userId="98403871db0ab82b" providerId="LiveId" clId="{90C98A4D-90FC-4B25-8A97-24EE4C178DBC}" dt="2026-06-07T14:06:18.158" v="401" actId="1076"/>
          <ac:picMkLst>
            <pc:docMk/>
            <pc:sldMk cId="4074760301" sldId="268"/>
            <ac:picMk id="7" creationId="{D4638FC7-41AA-4F57-17FE-634030FE886C}"/>
          </ac:picMkLst>
        </pc:picChg>
        <pc:picChg chg="add mod">
          <ac:chgData name="S SK" userId="98403871db0ab82b" providerId="LiveId" clId="{90C98A4D-90FC-4B25-8A97-24EE4C178DBC}" dt="2026-06-01T17:53:15.979" v="266" actId="1076"/>
          <ac:picMkLst>
            <pc:docMk/>
            <pc:sldMk cId="4074760301" sldId="268"/>
            <ac:picMk id="11" creationId="{8182FD73-CD0C-B739-B5C7-C24732DD9151}"/>
          </ac:picMkLst>
        </pc:picChg>
      </pc:sldChg>
      <pc:sldChg chg="addSp delSp modSp add mod ord">
        <pc:chgData name="S SK" userId="98403871db0ab82b" providerId="LiveId" clId="{90C98A4D-90FC-4B25-8A97-24EE4C178DBC}" dt="2026-06-01T17:53:37.246" v="270"/>
        <pc:sldMkLst>
          <pc:docMk/>
          <pc:sldMk cId="1424159225" sldId="269"/>
        </pc:sldMkLst>
        <pc:spChg chg="mod">
          <ac:chgData name="S SK" userId="98403871db0ab82b" providerId="LiveId" clId="{90C98A4D-90FC-4B25-8A97-24EE4C178DBC}" dt="2026-06-01T17:52:25.803" v="253" actId="27636"/>
          <ac:spMkLst>
            <pc:docMk/>
            <pc:sldMk cId="1424159225" sldId="269"/>
            <ac:spMk id="2" creationId="{528295A5-CF7E-3EAD-55B5-D6B3FF1246F2}"/>
          </ac:spMkLst>
        </pc:spChg>
        <pc:spChg chg="add mod">
          <ac:chgData name="S SK" userId="98403871db0ab82b" providerId="LiveId" clId="{90C98A4D-90FC-4B25-8A97-24EE4C178DBC}" dt="2026-06-01T17:52:47.841" v="260" actId="20577"/>
          <ac:spMkLst>
            <pc:docMk/>
            <pc:sldMk cId="1424159225" sldId="269"/>
            <ac:spMk id="11" creationId="{A632BDD6-9723-948D-5AC2-A6D91AC5B5C6}"/>
          </ac:spMkLst>
        </pc:spChg>
        <pc:picChg chg="add mod">
          <ac:chgData name="S SK" userId="98403871db0ab82b" providerId="LiveId" clId="{90C98A4D-90FC-4B25-8A97-24EE4C178DBC}" dt="2026-06-01T17:52:17.286" v="250" actId="962"/>
          <ac:picMkLst>
            <pc:docMk/>
            <pc:sldMk cId="1424159225" sldId="269"/>
            <ac:picMk id="8" creationId="{3AFEFB20-E8ED-8AC6-67AC-1394405AD249}"/>
          </ac:picMkLst>
        </pc:picChg>
      </pc:sldChg>
      <pc:sldChg chg="addSp delSp modSp add mod ord">
        <pc:chgData name="S SK" userId="98403871db0ab82b" providerId="LiveId" clId="{90C98A4D-90FC-4B25-8A97-24EE4C178DBC}" dt="2026-06-01T17:56:35.196" v="293" actId="255"/>
        <pc:sldMkLst>
          <pc:docMk/>
          <pc:sldMk cId="2580910011" sldId="270"/>
        </pc:sldMkLst>
        <pc:spChg chg="mod">
          <ac:chgData name="S SK" userId="98403871db0ab82b" providerId="LiveId" clId="{90C98A4D-90FC-4B25-8A97-24EE4C178DBC}" dt="2026-06-01T17:55:32.424" v="288" actId="20577"/>
          <ac:spMkLst>
            <pc:docMk/>
            <pc:sldMk cId="2580910011" sldId="270"/>
            <ac:spMk id="2" creationId="{F8047F7B-4793-17CB-1A8B-6A935C7045A4}"/>
          </ac:spMkLst>
        </pc:spChg>
        <pc:spChg chg="add mod">
          <ac:chgData name="S SK" userId="98403871db0ab82b" providerId="LiveId" clId="{90C98A4D-90FC-4B25-8A97-24EE4C178DBC}" dt="2026-06-01T17:56:35.196" v="293" actId="255"/>
          <ac:spMkLst>
            <pc:docMk/>
            <pc:sldMk cId="2580910011" sldId="270"/>
            <ac:spMk id="9" creationId="{C6E7ACAF-6E17-7E88-CBCE-9543005CAB91}"/>
          </ac:spMkLst>
        </pc:spChg>
        <pc:picChg chg="add mod">
          <ac:chgData name="S SK" userId="98403871db0ab82b" providerId="LiveId" clId="{90C98A4D-90FC-4B25-8A97-24EE4C178DBC}" dt="2026-06-01T17:55:25.059" v="278" actId="1076"/>
          <ac:picMkLst>
            <pc:docMk/>
            <pc:sldMk cId="2580910011" sldId="270"/>
            <ac:picMk id="7" creationId="{37AC98F9-9823-2DF3-D1D4-E4145FB84E9C}"/>
          </ac:picMkLst>
        </pc:picChg>
      </pc:sldChg>
      <pc:sldChg chg="addSp delSp modSp new mod">
        <pc:chgData name="S SK" userId="98403871db0ab82b" providerId="LiveId" clId="{90C98A4D-90FC-4B25-8A97-24EE4C178DBC}" dt="2026-06-01T18:36:22.550" v="327" actId="1076"/>
        <pc:sldMkLst>
          <pc:docMk/>
          <pc:sldMk cId="1605632015" sldId="271"/>
        </pc:sldMkLst>
        <pc:spChg chg="mod">
          <ac:chgData name="S SK" userId="98403871db0ab82b" providerId="LiveId" clId="{90C98A4D-90FC-4B25-8A97-24EE4C178DBC}" dt="2026-06-01T18:34:14.607" v="300" actId="27636"/>
          <ac:spMkLst>
            <pc:docMk/>
            <pc:sldMk cId="1605632015" sldId="271"/>
            <ac:spMk id="2" creationId="{1B74C357-0506-2FC2-0BA5-08FDE854D3B4}"/>
          </ac:spMkLst>
        </pc:spChg>
        <pc:spChg chg="add mod">
          <ac:chgData name="S SK" userId="98403871db0ab82b" providerId="LiveId" clId="{90C98A4D-90FC-4B25-8A97-24EE4C178DBC}" dt="2026-06-01T18:35:06.223" v="309" actId="20577"/>
          <ac:spMkLst>
            <pc:docMk/>
            <pc:sldMk cId="1605632015" sldId="271"/>
            <ac:spMk id="7" creationId="{2EEFB935-3F99-6095-758F-A2410F97F833}"/>
          </ac:spMkLst>
        </pc:spChg>
        <pc:spChg chg="add mod">
          <ac:chgData name="S SK" userId="98403871db0ab82b" providerId="LiveId" clId="{90C98A4D-90FC-4B25-8A97-24EE4C178DBC}" dt="2026-06-01T18:36:22.550" v="327" actId="1076"/>
          <ac:spMkLst>
            <pc:docMk/>
            <pc:sldMk cId="1605632015" sldId="271"/>
            <ac:spMk id="11" creationId="{C09805F3-A2FB-65E2-4FF0-EB1BAAFC45C8}"/>
          </ac:spMkLst>
        </pc:spChg>
        <pc:picChg chg="add mod">
          <ac:chgData name="S SK" userId="98403871db0ab82b" providerId="LiveId" clId="{90C98A4D-90FC-4B25-8A97-24EE4C178DBC}" dt="2026-06-01T18:34:40.977" v="305" actId="27614"/>
          <ac:picMkLst>
            <pc:docMk/>
            <pc:sldMk cId="1605632015" sldId="271"/>
            <ac:picMk id="5" creationId="{85A57F6D-8137-6B0F-2B03-994B427080BB}"/>
          </ac:picMkLst>
        </pc:picChg>
        <pc:picChg chg="add mod">
          <ac:chgData name="S SK" userId="98403871db0ab82b" providerId="LiveId" clId="{90C98A4D-90FC-4B25-8A97-24EE4C178DBC}" dt="2026-06-01T18:35:45.476" v="318" actId="1076"/>
          <ac:picMkLst>
            <pc:docMk/>
            <pc:sldMk cId="1605632015" sldId="271"/>
            <ac:picMk id="9" creationId="{7837E06F-0A2F-BB65-7364-C8F638118FBC}"/>
          </ac:picMkLst>
        </pc:picChg>
      </pc:sldChg>
      <pc:sldChg chg="addSp delSp modSp new mod">
        <pc:chgData name="S SK" userId="98403871db0ab82b" providerId="LiveId" clId="{90C98A4D-90FC-4B25-8A97-24EE4C178DBC}" dt="2026-06-07T14:11:30.426" v="615" actId="1076"/>
        <pc:sldMkLst>
          <pc:docMk/>
          <pc:sldMk cId="3998902809" sldId="272"/>
        </pc:sldMkLst>
        <pc:spChg chg="mod">
          <ac:chgData name="S SK" userId="98403871db0ab82b" providerId="LiveId" clId="{90C98A4D-90FC-4B25-8A97-24EE4C178DBC}" dt="2026-06-01T18:36:38.675" v="335" actId="27636"/>
          <ac:spMkLst>
            <pc:docMk/>
            <pc:sldMk cId="3998902809" sldId="272"/>
            <ac:spMk id="2" creationId="{8BC25F06-F1D5-BFC7-9432-B689BF24DF90}"/>
          </ac:spMkLst>
        </pc:spChg>
        <pc:spChg chg="add mod">
          <ac:chgData name="S SK" userId="98403871db0ab82b" providerId="LiveId" clId="{90C98A4D-90FC-4B25-8A97-24EE4C178DBC}" dt="2026-06-01T18:37:42.573" v="352" actId="14100"/>
          <ac:spMkLst>
            <pc:docMk/>
            <pc:sldMk cId="3998902809" sldId="272"/>
            <ac:spMk id="7" creationId="{56CD52E8-29AF-B830-1800-481862E5210D}"/>
          </ac:spMkLst>
        </pc:spChg>
        <pc:spChg chg="add mod">
          <ac:chgData name="S SK" userId="98403871db0ab82b" providerId="LiveId" clId="{90C98A4D-90FC-4B25-8A97-24EE4C178DBC}" dt="2026-06-01T18:38:10.985" v="356" actId="1076"/>
          <ac:spMkLst>
            <pc:docMk/>
            <pc:sldMk cId="3998902809" sldId="272"/>
            <ac:spMk id="9" creationId="{0FD16F3F-9715-37BF-3487-2F9D4580F553}"/>
          </ac:spMkLst>
        </pc:spChg>
        <pc:picChg chg="add mod">
          <ac:chgData name="S SK" userId="98403871db0ab82b" providerId="LiveId" clId="{90C98A4D-90FC-4B25-8A97-24EE4C178DBC}" dt="2026-06-01T18:38:35.237" v="363" actId="14100"/>
          <ac:picMkLst>
            <pc:docMk/>
            <pc:sldMk cId="3998902809" sldId="272"/>
            <ac:picMk id="5" creationId="{FCABEA29-3618-0FAA-A0CD-C261FD706246}"/>
          </ac:picMkLst>
        </pc:picChg>
        <pc:picChg chg="add mod">
          <ac:chgData name="S SK" userId="98403871db0ab82b" providerId="LiveId" clId="{90C98A4D-90FC-4B25-8A97-24EE4C178DBC}" dt="2026-06-07T14:11:30.426" v="615" actId="1076"/>
          <ac:picMkLst>
            <pc:docMk/>
            <pc:sldMk cId="3998902809" sldId="272"/>
            <ac:picMk id="11" creationId="{FFE898ED-00AB-A21D-95EF-6E771F02DE49}"/>
          </ac:picMkLst>
        </pc:picChg>
      </pc:sldChg>
      <pc:sldChg chg="addSp delSp modSp new mod">
        <pc:chgData name="S SK" userId="98403871db0ab82b" providerId="LiveId" clId="{90C98A4D-90FC-4B25-8A97-24EE4C178DBC}" dt="2026-06-07T14:11:22.336" v="613" actId="113"/>
        <pc:sldMkLst>
          <pc:docMk/>
          <pc:sldMk cId="4202524114" sldId="273"/>
        </pc:sldMkLst>
        <pc:spChg chg="add mod">
          <ac:chgData name="S SK" userId="98403871db0ab82b" providerId="LiveId" clId="{90C98A4D-90FC-4B25-8A97-24EE4C178DBC}" dt="2026-06-07T14:11:11.602" v="609" actId="113"/>
          <ac:spMkLst>
            <pc:docMk/>
            <pc:sldMk cId="4202524114" sldId="273"/>
            <ac:spMk id="7" creationId="{764C8091-DFF9-08B3-1F0D-F07114CA10BB}"/>
          </ac:spMkLst>
        </pc:spChg>
        <pc:spChg chg="add mod">
          <ac:chgData name="S SK" userId="98403871db0ab82b" providerId="LiveId" clId="{90C98A4D-90FC-4B25-8A97-24EE4C178DBC}" dt="2026-06-07T14:11:19.666" v="612" actId="113"/>
          <ac:spMkLst>
            <pc:docMk/>
            <pc:sldMk cId="4202524114" sldId="273"/>
            <ac:spMk id="11" creationId="{34E9EB72-42F7-A765-4908-F928CCA4B180}"/>
          </ac:spMkLst>
        </pc:spChg>
        <pc:spChg chg="add mod">
          <ac:chgData name="S SK" userId="98403871db0ab82b" providerId="LiveId" clId="{90C98A4D-90FC-4B25-8A97-24EE4C178DBC}" dt="2026-06-07T14:11:22.336" v="613" actId="113"/>
          <ac:spMkLst>
            <pc:docMk/>
            <pc:sldMk cId="4202524114" sldId="273"/>
            <ac:spMk id="15" creationId="{5BC583B4-AD1E-A742-CE13-DD96FD979D5D}"/>
          </ac:spMkLst>
        </pc:spChg>
        <pc:picChg chg="add mod">
          <ac:chgData name="S SK" userId="98403871db0ab82b" providerId="LiveId" clId="{90C98A4D-90FC-4B25-8A97-24EE4C178DBC}" dt="2026-06-01T18:40:29.644" v="387" actId="1076"/>
          <ac:picMkLst>
            <pc:docMk/>
            <pc:sldMk cId="4202524114" sldId="273"/>
            <ac:picMk id="9" creationId="{0D6C7096-4030-3764-EB08-6F2A2779A74A}"/>
          </ac:picMkLst>
        </pc:picChg>
        <pc:picChg chg="add mod">
          <ac:chgData name="S SK" userId="98403871db0ab82b" providerId="LiveId" clId="{90C98A4D-90FC-4B25-8A97-24EE4C178DBC}" dt="2026-06-01T18:40:31.164" v="388" actId="1076"/>
          <ac:picMkLst>
            <pc:docMk/>
            <pc:sldMk cId="4202524114" sldId="273"/>
            <ac:picMk id="13" creationId="{687D1959-A753-61C9-73BA-6378880B8DA1}"/>
          </ac:picMkLst>
        </pc:picChg>
        <pc:picChg chg="add del mod">
          <ac:chgData name="S SK" userId="98403871db0ab82b" providerId="LiveId" clId="{90C98A4D-90FC-4B25-8A97-24EE4C178DBC}" dt="2026-06-07T14:08:46.874" v="530" actId="478"/>
          <ac:picMkLst>
            <pc:docMk/>
            <pc:sldMk cId="4202524114" sldId="273"/>
            <ac:picMk id="17" creationId="{555DF747-E4B9-9EC9-C991-A6A744B230DE}"/>
          </ac:picMkLst>
        </pc:picChg>
      </pc:sldChg>
      <pc:sldChg chg="addSp delSp modSp add mod">
        <pc:chgData name="S SK" userId="98403871db0ab82b" providerId="LiveId" clId="{90C98A4D-90FC-4B25-8A97-24EE4C178DBC}" dt="2026-06-07T14:56:32.445" v="827" actId="255"/>
        <pc:sldMkLst>
          <pc:docMk/>
          <pc:sldMk cId="3835270599" sldId="274"/>
        </pc:sldMkLst>
        <pc:spChg chg="mod">
          <ac:chgData name="S SK" userId="98403871db0ab82b" providerId="LiveId" clId="{90C98A4D-90FC-4B25-8A97-24EE4C178DBC}" dt="2026-06-07T14:53:07.167" v="653" actId="20577"/>
          <ac:spMkLst>
            <pc:docMk/>
            <pc:sldMk cId="3835270599" sldId="274"/>
            <ac:spMk id="2" creationId="{16B6D8EE-2ECC-7CA0-0ED1-DD776A8FCE9C}"/>
          </ac:spMkLst>
        </pc:spChg>
        <pc:spChg chg="add mod">
          <ac:chgData name="S SK" userId="98403871db0ab82b" providerId="LiveId" clId="{90C98A4D-90FC-4B25-8A97-24EE4C178DBC}" dt="2026-06-07T14:56:32.445" v="827" actId="255"/>
          <ac:spMkLst>
            <pc:docMk/>
            <pc:sldMk cId="3835270599" sldId="274"/>
            <ac:spMk id="3" creationId="{D3E629C9-F579-C211-FC5E-227944FA0133}"/>
          </ac:spMkLst>
        </pc:spChg>
        <pc:spChg chg="del mod">
          <ac:chgData name="S SK" userId="98403871db0ab82b" providerId="LiveId" clId="{90C98A4D-90FC-4B25-8A97-24EE4C178DBC}" dt="2026-06-07T14:52:47.251" v="624"/>
          <ac:spMkLst>
            <pc:docMk/>
            <pc:sldMk cId="3835270599" sldId="274"/>
            <ac:spMk id="7" creationId="{95A83709-7024-1BCA-57A8-AC4916330C0C}"/>
          </ac:spMkLst>
        </pc:spChg>
        <pc:spChg chg="del mod">
          <ac:chgData name="S SK" userId="98403871db0ab82b" providerId="LiveId" clId="{90C98A4D-90FC-4B25-8A97-24EE4C178DBC}" dt="2026-06-07T14:52:47.250" v="622"/>
          <ac:spMkLst>
            <pc:docMk/>
            <pc:sldMk cId="3835270599" sldId="274"/>
            <ac:spMk id="11" creationId="{4EF3A1DE-5A50-9EC3-EFC7-E75C99125BF0}"/>
          </ac:spMkLst>
        </pc:spChg>
        <pc:picChg chg="del">
          <ac:chgData name="S SK" userId="98403871db0ab82b" providerId="LiveId" clId="{90C98A4D-90FC-4B25-8A97-24EE4C178DBC}" dt="2026-06-07T14:52:37.164" v="617" actId="478"/>
          <ac:picMkLst>
            <pc:docMk/>
            <pc:sldMk cId="3835270599" sldId="274"/>
            <ac:picMk id="5" creationId="{4359E912-D19D-7B2F-B3B8-3C415D0434D0}"/>
          </ac:picMkLst>
        </pc:picChg>
        <pc:picChg chg="del">
          <ac:chgData name="S SK" userId="98403871db0ab82b" providerId="LiveId" clId="{90C98A4D-90FC-4B25-8A97-24EE4C178DBC}" dt="2026-06-07T14:52:38.782" v="618" actId="478"/>
          <ac:picMkLst>
            <pc:docMk/>
            <pc:sldMk cId="3835270599" sldId="274"/>
            <ac:picMk id="9" creationId="{106DEC02-87D8-F4F1-FB55-F62F2F81CA7D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7D51-94A3-B744-8607-E03433876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266" y="575536"/>
            <a:ext cx="9584533" cy="1138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8C7F2-C041-D1D4-510F-15E3CC39D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9800" y="2582996"/>
            <a:ext cx="8705850" cy="78104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B052D47-A6D4-4F05-77D8-7F7F134D1703}"/>
              </a:ext>
            </a:extLst>
          </p:cNvPr>
          <p:cNvSpPr txBox="1">
            <a:spLocks/>
          </p:cNvSpPr>
          <p:nvPr userDrawn="1"/>
        </p:nvSpPr>
        <p:spPr>
          <a:xfrm>
            <a:off x="2209800" y="4114073"/>
            <a:ext cx="8705850" cy="781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45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DCFB-8C8B-7659-A1F0-E83C7DBEA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20288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F8AE-EF37-6BAF-F666-9DD8303D7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0" y="2067718"/>
            <a:ext cx="8591550" cy="35901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01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AB2D-F17D-8287-2291-88C9CECDE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AFB24-F26C-590F-5C96-9791B421E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937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8AF2-DD5F-9828-72E3-95AC99E6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3F579-C2AC-8CF0-C57C-245B3CFB0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E8F99-0644-F05B-0BD5-5AEF97BAB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07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BB02-34D8-AB2D-8112-5C62A5D0C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36F6F-8468-6DE9-BEA8-8A235DA58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1530F9-8D4C-3087-E82F-D2101BF8E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C8F93-4A9D-17E6-E4DF-0CAA084A9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E87A7-41F1-901B-49BB-812E8CD8B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AB484CA-13F1-6871-D75C-73515D3AB834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07-06-2026</a:t>
            </a:fld>
            <a:endParaRPr lang="en-IN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3899B8C-98ED-F2CD-35A5-1331727E36C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5" name="object 27">
            <a:extLst>
              <a:ext uri="{FF2B5EF4-FFF2-40B4-BE49-F238E27FC236}">
                <a16:creationId xmlns:a16="http://schemas.microsoft.com/office/drawing/2014/main" id="{48E995B0-B848-D470-BBDC-B968BA8B032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18410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4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F85B-F02C-0BF5-EDB4-4C51B4EA1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9FC7C2B-53DB-ADF9-0941-33B52385D563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07-06-2026</a:t>
            </a:fld>
            <a:endParaRPr lang="en-IN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2554ECD-B0CF-A0F4-7D9B-FC3E726B203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95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0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766BB-31A1-034E-E5A0-902F45797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7FC4B-2AF9-E75E-0E11-4D2A2D22C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07494-F457-03D9-7D58-8B578A362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508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84033-47ED-3940-3A52-27A657E1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6A38FA-37A2-DB64-1EB8-731522C05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54824-2AA7-2EC8-B8FA-2A9332F73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728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27C1-72F9-ABDC-07D5-150066FC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20402-52A9-1BCE-7C55-6DDCB828E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04C4C6-979A-1864-B615-657C6C49CABB}"/>
              </a:ext>
            </a:extLst>
          </p:cNvPr>
          <p:cNvSpPr txBox="1">
            <a:spLocks/>
          </p:cNvSpPr>
          <p:nvPr userDrawn="1"/>
        </p:nvSpPr>
        <p:spPr>
          <a:xfrm>
            <a:off x="10217031" y="5811838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13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59945A-E885-CFDF-C523-BF1865099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AA33A-D724-3BD3-7CEB-85D0F44ED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75283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24E79B-CF5F-7B98-CD8E-5DC36E8E4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7C8B2-588F-3115-2BBB-A38E8F0B0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61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grpSp>
        <p:nvGrpSpPr>
          <p:cNvPr id="10" name="그룹 10">
            <a:extLst>
              <a:ext uri="{FF2B5EF4-FFF2-40B4-BE49-F238E27FC236}">
                <a16:creationId xmlns:a16="http://schemas.microsoft.com/office/drawing/2014/main" id="{D21F6BA0-110F-4ED2-B5B7-CEF5EF4D1114}"/>
              </a:ext>
            </a:extLst>
          </p:cNvPr>
          <p:cNvGrpSpPr/>
          <p:nvPr userDrawn="1"/>
        </p:nvGrpSpPr>
        <p:grpSpPr>
          <a:xfrm>
            <a:off x="246185" y="188914"/>
            <a:ext cx="11699631" cy="6480175"/>
            <a:chOff x="200025" y="188913"/>
            <a:chExt cx="9505950" cy="6480175"/>
          </a:xfrm>
        </p:grpSpPr>
        <p:grpSp>
          <p:nvGrpSpPr>
            <p:cNvPr id="11" name="그룹 11">
              <a:extLst>
                <a:ext uri="{FF2B5EF4-FFF2-40B4-BE49-F238E27FC236}">
                  <a16:creationId xmlns:a16="http://schemas.microsoft.com/office/drawing/2014/main" id="{BED4AED5-4206-CF2E-F7A1-0055A5FBFCCA}"/>
                </a:ext>
              </a:extLst>
            </p:cNvPr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13" name="직사각형 13">
                <a:extLst>
                  <a:ext uri="{FF2B5EF4-FFF2-40B4-BE49-F238E27FC236}">
                    <a16:creationId xmlns:a16="http://schemas.microsoft.com/office/drawing/2014/main" id="{85D5CB92-416B-BDEE-0946-666D70E7D254}"/>
                  </a:ext>
                </a:extLst>
              </p:cNvPr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800">
                  <a:solidFill>
                    <a:prstClr val="white"/>
                  </a:solidFill>
                </a:endParaRPr>
              </a:p>
            </p:txBody>
          </p:sp>
          <p:pic>
            <p:nvPicPr>
              <p:cNvPr id="14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1EFF0273-6709-ED23-D5F4-71C85C2DB0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82D93D90-30C5-7567-99F7-F216FD2FB1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Picture 2" descr="C:\ECM\TEMP\부서함\Brand담당\CI 매뉴얼★\★로고파일-자회사名\14년ver\(주)LG\LG_가로조합.png">
              <a:extLst>
                <a:ext uri="{FF2B5EF4-FFF2-40B4-BE49-F238E27FC236}">
                  <a16:creationId xmlns:a16="http://schemas.microsoft.com/office/drawing/2014/main" id="{FB5F343A-C8BF-4DF5-10C6-D9140041F1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866" y="5137700"/>
              <a:ext cx="82406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FEF245D9-626D-1B5E-1BCE-5395532642BE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07-06-2026</a:t>
            </a:fld>
            <a:endParaRPr lang="en-IN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054BE00-E799-97A0-ACFB-975B763973C6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8" name="object 27">
            <a:extLst>
              <a:ext uri="{FF2B5EF4-FFF2-40B4-BE49-F238E27FC236}">
                <a16:creationId xmlns:a16="http://schemas.microsoft.com/office/drawing/2014/main" id="{0CA43A76-C83A-B840-3258-FC1750FD6420}"/>
              </a:ext>
            </a:extLst>
          </p:cNvPr>
          <p:cNvPicPr/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4945461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00B-B9CF-BAB6-D90D-E47BD0755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088" y="379928"/>
            <a:ext cx="9608712" cy="1334572"/>
          </a:xfrm>
        </p:spPr>
        <p:txBody>
          <a:bodyPr>
            <a:noAutofit/>
          </a:bodyPr>
          <a:lstStyle/>
          <a:p>
            <a:r>
              <a:rPr lang="en-IN" sz="4400" dirty="0"/>
              <a:t>Privacy Preserving Collaborative IDS for Internet of vehicle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AE5450-03F0-B1EA-0318-D1B927D1F7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473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6863D-162B-E43D-5E13-810027DED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03760-F4B4-6A15-F5F2-2AC2DEF4D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841" y="392806"/>
            <a:ext cx="9845899" cy="922716"/>
          </a:xfrm>
        </p:spPr>
        <p:txBody>
          <a:bodyPr>
            <a:noAutofit/>
          </a:bodyPr>
          <a:lstStyle/>
          <a:p>
            <a:pPr algn="l"/>
            <a:r>
              <a:rPr lang="en-IN" sz="5400" dirty="0"/>
              <a:t>Content: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3AC718-BADA-6FDE-E6E0-12C87E05F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5865" y="2209508"/>
            <a:ext cx="8705850" cy="781049"/>
          </a:xfrm>
        </p:spPr>
        <p:txBody>
          <a:bodyPr/>
          <a:lstStyle/>
          <a:p>
            <a:r>
              <a:t>1. High-Level Architecture (The Pipeline)</a:t>
            </a:r>
          </a:p>
          <a:p>
            <a:r>
              <a:t>2. Centralized MamKANformer Baseline</a:t>
            </a:r>
          </a:p>
          <a:p>
            <a:r>
              <a:t>3. Homomorphic Federated Learning (Full FHE)</a:t>
            </a:r>
          </a:p>
          <a:p>
            <a:r>
              <a:t>4. Robust Outlier Aggregation (Multi-Krum)</a:t>
            </a:r>
          </a:p>
          <a:p>
            <a:r>
              <a:t>5. Proof of Work &amp; Federated Simulation Report</a:t>
            </a:r>
          </a:p>
        </p:txBody>
      </p:sp>
    </p:spTree>
    <p:extLst>
      <p:ext uri="{BB962C8B-B14F-4D97-AF65-F5344CB8AC3E}">
        <p14:creationId xmlns:p14="http://schemas.microsoft.com/office/powerpoint/2010/main" val="2905560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F13D2-8528-C299-6C78-ED0A73F6F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BF57-0CCE-FC58-BEA8-564681307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841" y="392806"/>
            <a:ext cx="9845899" cy="922716"/>
          </a:xfrm>
        </p:spPr>
        <p:txBody>
          <a:bodyPr>
            <a:noAutofit/>
          </a:bodyPr>
          <a:lstStyle/>
          <a:p>
            <a:pPr algn="l"/>
            <a:r>
              <a:rPr lang="en-IN" sz="5400" dirty="0"/>
              <a:t>Overall Architecture(phases):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6C27B-54A5-47C5-2D69-F961037E5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5865" y="2209508"/>
            <a:ext cx="8705850" cy="781049"/>
          </a:xfrm>
        </p:spPr>
        <p:txBody>
          <a:bodyPr/>
          <a:lstStyle/>
          <a:p>
            <a:r>
              <a:t>Phase 1: Centralized MamKANformer Baseline</a:t>
            </a:r>
          </a:p>
          <a:p>
            <a:r>
              <a:t>• Modality Feature Projections (CAN payload, DLC, ID)</a:t>
            </a:r>
          </a:p>
          <a:p>
            <a:r>
              <a:t>• Sequence Fusion Layer &amp; MamKANformer Block Stack</a:t>
            </a:r>
          </a:p>
          <a:p>
            <a:r>
              <a:t>• Sequential Post-block KAN Layers (Layer 1, 2, 3) &amp; Classifier</a:t>
            </a:r>
          </a:p>
          <a:p/>
          <a:p>
            <a:r>
              <a:t>Phase 2: Homomorphic Federated Learning</a:t>
            </a:r>
          </a:p>
          <a:p>
            <a:r>
              <a:t>• Dirichlet Non-IID Client Partitions</a:t>
            </a:r>
          </a:p>
          <a:p>
            <a:r>
              <a:t>• Full-Model FHE Encryption (Simulated CKKS)</a:t>
            </a:r>
          </a:p>
          <a:p>
            <a:r>
              <a:t>• Robust Aggregator: Homomorphic FedAvg + Multi-Krum outlier rejection</a:t>
            </a:r>
          </a:p>
        </p:txBody>
      </p:sp>
    </p:spTree>
    <p:extLst>
      <p:ext uri="{BB962C8B-B14F-4D97-AF65-F5344CB8AC3E}">
        <p14:creationId xmlns:p14="http://schemas.microsoft.com/office/powerpoint/2010/main" val="386878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9DB96-FC4C-95EF-B49C-FF9FC3CD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High-Level Architecture (The Pipeline)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FD675F-801B-40E8-9408-0C378AA6AE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92275" y="2740014"/>
            <a:ext cx="9372374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Goal: Execute secure, privacy-preserving collaborative learning with every model layer fully encrypted under FHE, eliminating transport-layer ECDH/AES security overhead.</a:t>
            </a:r>
          </a:p>
          <a:p>
            <a:r>
              <a:t>• Step 1: Preprocess and Scale Datasets (percentile clipping, z-score)</a:t>
            </a:r>
          </a:p>
          <a:p>
            <a:r>
              <a:t>• Step 2: Dirichlet non-IID Client Sharding (alpha = 0.3)</a:t>
            </a:r>
          </a:p>
          <a:p>
            <a:r>
              <a:t>• Step 3: Initialize Global Model and Register Client Vehicles</a:t>
            </a:r>
          </a:p>
          <a:p>
            <a:r>
              <a:t>• Step 4: Encrypt Global Model weights under FHE (Simulated CKKSVector)</a:t>
            </a:r>
          </a:p>
          <a:p>
            <a:r>
              <a:t>• Step 5: Broadcast Global FHE model vector to active clients</a:t>
            </a:r>
          </a:p>
          <a:p>
            <a:r>
              <a:t>• Step 6: Perform Local Client training and package full-FHE client updates</a:t>
            </a:r>
          </a:p>
          <a:p>
            <a:r>
              <a:t>• Step 7: Homomorphic FedAvg + Multi-Krum aggregation directly on ciphertexts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6DADBE-298B-702F-5355-1F1862EAD623}"/>
              </a:ext>
            </a:extLst>
          </p:cNvPr>
          <p:cNvSpPr txBox="1"/>
          <p:nvPr/>
        </p:nvSpPr>
        <p:spPr>
          <a:xfrm>
            <a:off x="1500389" y="2002665"/>
            <a:ext cx="3477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Phase 2:</a:t>
            </a:r>
          </a:p>
        </p:txBody>
      </p:sp>
    </p:spTree>
    <p:extLst>
      <p:ext uri="{BB962C8B-B14F-4D97-AF65-F5344CB8AC3E}">
        <p14:creationId xmlns:p14="http://schemas.microsoft.com/office/powerpoint/2010/main" val="1551068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Data Unification &amp; Real-World Simulation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1F2850-DFF4-4C2D-B5DB-E08B7B57E0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9700" y="2454707"/>
            <a:ext cx="9273885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Datasets Unified: CAN-VTC, Car-Hacking, CICIDS 2017, and VeReMi.</a:t>
            </a:r>
          </a:p>
          <a:p/>
          <a:p>
            <a:r>
              <a:t>• Stratified Splitting: 70% Train | 15% Validation | 15% Test.</a:t>
            </a:r>
          </a:p>
          <a:p>
            <a:r>
              <a:t>• Preprocessing stats (z-score, clipping) fitted strictly on training split to prevent data leakage.</a:t>
            </a:r>
          </a:p>
          <a:p/>
          <a:p>
            <a:r>
              <a:t>Simulating the Fleet (Non-IID Distribution):</a:t>
            </a:r>
          </a:p>
          <a:p>
            <a:r>
              <a:t>• Dirichlet allocation (alpha = 0.3) shards training sets.</a:t>
            </a:r>
          </a:p>
          <a:p>
            <a:r>
              <a:t>• Distributes data unevenly across simulated client nodes (N = 10 clients in current run).</a:t>
            </a:r>
          </a:p>
          <a:p>
            <a:r>
              <a:t>• Emulates class skew representing real-world Internet of Vehicles (IoV) environments.</a:t>
            </a:r>
          </a:p>
        </p:txBody>
      </p:sp>
    </p:spTree>
    <p:extLst>
      <p:ext uri="{BB962C8B-B14F-4D97-AF65-F5344CB8AC3E}">
        <p14:creationId xmlns:p14="http://schemas.microsoft.com/office/powerpoint/2010/main" val="3580214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A79D5-0F9F-3543-05B1-D12A0203A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9941417" cy="1379962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Unified Dataset Adapter Interface:</a:t>
            </a:r>
            <a:br>
              <a:rPr lang="en-IN" dirty="0"/>
            </a:br>
            <a:endParaRPr lang="en-IN" dirty="0"/>
          </a:p>
        </p:txBody>
      </p:sp>
      <p:pic>
        <p:nvPicPr>
          <p:cNvPr id="9" name="Picture 8" descr="The provided text appears to be a snippet from a Python code, specifically a function definition for processing and preparing data from CAN-bus message attributes for machine learning tasks.&#10;&#10;AI-generated content may be incorrect.">
            <a:extLst>
              <a:ext uri="{FF2B5EF4-FFF2-40B4-BE49-F238E27FC236}">
                <a16:creationId xmlns:a16="http://schemas.microsoft.com/office/drawing/2014/main" id="{AC91120D-3D69-AE9F-BE71-FFA5BE8B6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080" y="2029250"/>
            <a:ext cx="6279367" cy="39998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5686C8-B94C-3905-3B3F-E513483D3CE3}"/>
              </a:ext>
            </a:extLst>
          </p:cNvPr>
          <p:cNvSpPr txBox="1"/>
          <p:nvPr/>
        </p:nvSpPr>
        <p:spPr>
          <a:xfrm>
            <a:off x="8139448" y="2223632"/>
            <a:ext cx="361091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Shows how raw data sources are read and converted into sliding windows of message streams.</a:t>
            </a:r>
            <a:endParaRPr lang="en-IN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BC6EC9-16D7-7FFC-DD71-6D11A13F90D0}"/>
              </a:ext>
            </a:extLst>
          </p:cNvPr>
          <p:cNvSpPr txBox="1"/>
          <p:nvPr/>
        </p:nvSpPr>
        <p:spPr>
          <a:xfrm>
            <a:off x="8139448" y="3618706"/>
            <a:ext cx="38958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example, in </a:t>
            </a:r>
          </a:p>
          <a:p>
            <a:r>
              <a:rPr lang="en-US" dirty="0"/>
              <a:t>can_vtc_dataset.py</a:t>
            </a:r>
          </a:p>
          <a:p>
            <a:r>
              <a:rPr lang="en-US" dirty="0"/>
              <a:t> (and similarly for other logs), raw logs are parsed into </a:t>
            </a:r>
            <a:r>
              <a:rPr lang="en-US" dirty="0" err="1"/>
              <a:t>numpy</a:t>
            </a:r>
            <a:r>
              <a:rPr lang="en-US" dirty="0"/>
              <a:t> arrays, windowed, and labeled dynamically.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5873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DB1B3-7243-28AB-7EB9-B05A4F1F0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7934-8085-7842-AB8F-EE47353D0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083085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Unifying Heterogeneous Data to a Timeless 46-D Feature Vector</a:t>
            </a:r>
            <a:br>
              <a:rPr lang="en-US" dirty="0"/>
            </a:br>
            <a:endParaRPr lang="en-IN" dirty="0"/>
          </a:p>
        </p:txBody>
      </p:sp>
      <p:pic>
        <p:nvPicPr>
          <p:cNvPr id="7" name="Picture 6" descr="The image depicts a segment of code with a function named `extract_window_features`, which calculates a 46-dimensional feature vector from input parameters: `can_ids`, `dlc`, and `payload`.&#10;&#10;AI-generated content may be incorrect.">
            <a:extLst>
              <a:ext uri="{FF2B5EF4-FFF2-40B4-BE49-F238E27FC236}">
                <a16:creationId xmlns:a16="http://schemas.microsoft.com/office/drawing/2014/main" id="{D4638FC7-41AA-4F57-17FE-634030FE8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708" y="1774401"/>
            <a:ext cx="4779033" cy="48360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B9868E-E1F4-71A6-AF92-287FF22FE493}"/>
              </a:ext>
            </a:extLst>
          </p:cNvPr>
          <p:cNvSpPr txBox="1"/>
          <p:nvPr/>
        </p:nvSpPr>
        <p:spPr>
          <a:xfrm>
            <a:off x="6703453" y="2493986"/>
            <a:ext cx="52417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Shows the mathematical/structural representation of the timeless CAN descriptors (from can_features.py) that enables dataset-agnostic training.</a:t>
            </a:r>
            <a:endParaRPr lang="en-IN" dirty="0"/>
          </a:p>
        </p:txBody>
      </p:sp>
      <p:pic>
        <p:nvPicPr>
          <p:cNvPr id="11" name="Content Placeholder 4" descr="The image displays a data table with various statistics related to CAN (Controller Area Network) message IDs, including payload bytes, normalized values, standard deviation, ratio, frequency, histogram, entropy, and non-zero payload byte ratio, totaling 46 entries.&#10;&#10;AI-generated content may be incorrect.">
            <a:extLst>
              <a:ext uri="{FF2B5EF4-FFF2-40B4-BE49-F238E27FC236}">
                <a16:creationId xmlns:a16="http://schemas.microsoft.com/office/drawing/2014/main" id="{8182FD73-CD0C-B739-B5C7-C24732DD9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20873" y="4223187"/>
            <a:ext cx="6043244" cy="238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60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F749A-0591-B234-B78F-DB1DA69DC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295A5-CF7E-3EAD-55B5-D6B3FF124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Normalization &amp; Preprocessing</a:t>
            </a:r>
            <a:br>
              <a:rPr lang="en-IN" dirty="0"/>
            </a:br>
            <a:endParaRPr lang="en-IN" dirty="0"/>
          </a:p>
        </p:txBody>
      </p:sp>
      <p:pic>
        <p:nvPicPr>
          <p:cNvPr id="8" name="Picture 7" descr="The image depicts a code snippet from a Python script that performs data preprocessing for machine learning, including stratified splitting, percentile clipping, z-score standardization, and creation of PyTorch datasets.&#10;&#10;AI-generated content may be incorrect.">
            <a:extLst>
              <a:ext uri="{FF2B5EF4-FFF2-40B4-BE49-F238E27FC236}">
                <a16:creationId xmlns:a16="http://schemas.microsoft.com/office/drawing/2014/main" id="{3AFEFB20-E8ED-8AC6-67AC-1394405AD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932" y="1801744"/>
            <a:ext cx="6296218" cy="43865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32BDD6-9723-948D-5AC2-A6D91AC5B5C6}"/>
              </a:ext>
            </a:extLst>
          </p:cNvPr>
          <p:cNvSpPr txBox="1"/>
          <p:nvPr/>
        </p:nvSpPr>
        <p:spPr>
          <a:xfrm>
            <a:off x="7632342" y="2571259"/>
            <a:ext cx="4493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Shows how the splits are scaled identically to avoid data leakage (from build_dataset.py).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4159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B86BA-7080-B19B-3034-AC03652AE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47F7B-4793-17CB-1A8B-6A935C704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Dirichlet:</a:t>
            </a:r>
          </a:p>
        </p:txBody>
      </p:sp>
      <p:pic>
        <p:nvPicPr>
          <p:cNvPr id="7" name="Picture 6" descr="The code snippet is a Python script for distributing a dataset across multiple clients, where each client receives a shard of data for each class, proportionally determined by a Dirichlet distribution.&#10;&#10;AI-generated content may be incorrect.">
            <a:extLst>
              <a:ext uri="{FF2B5EF4-FFF2-40B4-BE49-F238E27FC236}">
                <a16:creationId xmlns:a16="http://schemas.microsoft.com/office/drawing/2014/main" id="{37AC98F9-9823-2DF3-D1D4-E4145FB84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789" y="1839531"/>
            <a:ext cx="6192432" cy="40847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E7ACAF-6E17-7E88-CBCE-9543005CAB91}"/>
              </a:ext>
            </a:extLst>
          </p:cNvPr>
          <p:cNvSpPr txBox="1"/>
          <p:nvPr/>
        </p:nvSpPr>
        <p:spPr>
          <a:xfrm>
            <a:off x="7479942" y="2352215"/>
            <a:ext cx="484084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It partitions a centralized dataset across N client vehicles such that each client receives a highly skewed, non-IID (non-independently and identically distributed) subset of data. This simulates realistic Internet of Vehicles (</a:t>
            </a:r>
            <a:r>
              <a:rPr lang="en-US" sz="2000" dirty="0" err="1"/>
              <a:t>IoV</a:t>
            </a:r>
            <a:r>
              <a:rPr lang="en-US" sz="2000" dirty="0"/>
              <a:t>) environments where different vehicles encounter different ratios of normal traffic and specific cyber-attacks.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80910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Core Model &amp; Cryptographic Security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B8F432-628B-4723-AECE-958496A7D3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9700" y="2300818"/>
            <a:ext cx="10369442" cy="3123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The Model: MamKANformer</a:t>
            </a:r>
          </a:p>
          <a:p>
            <a:r>
              <a:t>• Unified MamKANformer: Couples Mamba SSM, Multi-Head Self-Attention, and KAN layers. Global model has 609,476 parameters.</a:t>
            </a:r>
          </a:p>
          <a:p>
            <a:r>
              <a:t>• Slices inputs into modality embeddings, fuses them into sequence tokens, and passes them to stacked blocks.</a:t>
            </a:r>
          </a:p>
          <a:p/>
          <a:p>
            <a:r>
              <a:t>Cryptographic Security (Pure FHE):</a:t>
            </a:r>
          </a:p>
          <a:p>
            <a:r>
              <a:t>• No Transport-Layer AES/ECDH: Handshakes, key exchanges, and symmetric transport encryption are completely removed.</a:t>
            </a:r>
          </a:p>
          <a:p>
            <a:r>
              <a:t>• Full-Model FHE Encryption: Clients encrypt the entire model state dictionary (weights &amp; biases) into a Simulated CKKS FHE vector.</a:t>
            </a:r>
          </a:p>
          <a:p>
            <a:r>
              <a:t>• Homomorphic Aggregation: Aggregator server aggregates updates directly on ciphertexts, keeping plaintext weights invisible to the server.</a:t>
            </a:r>
          </a:p>
        </p:txBody>
      </p:sp>
    </p:spTree>
    <p:extLst>
      <p:ext uri="{BB962C8B-B14F-4D97-AF65-F5344CB8AC3E}">
        <p14:creationId xmlns:p14="http://schemas.microsoft.com/office/powerpoint/2010/main" val="1379806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4C357-0506-2FC2-0BA5-08FDE854D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MamKANformer &amp; Adapting Weights</a:t>
            </a:r>
          </a:p>
        </p:txBody>
      </p:sp>
      <p:pic>
        <p:nvPicPr>
          <p:cNvPr id="5" name="Picture 4" descr="The image shows a code snippet from a neural network architecture class, specifically a class named `KANConvNet` that includes components for a Fourier-based convolutional backbone and a Kolmogorov-Arnold Network (KAN) layer.&#10;&#10;AI-generated content may be incorrect.">
            <a:extLst>
              <a:ext uri="{FF2B5EF4-FFF2-40B4-BE49-F238E27FC236}">
                <a16:creationId xmlns:a16="http://schemas.microsoft.com/office/drawing/2014/main" id="{85A57F6D-8137-6B0F-2B03-994B42708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186" y="1503427"/>
            <a:ext cx="4658701" cy="52322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EFB935-3F99-6095-758F-A2410F97F833}"/>
              </a:ext>
            </a:extLst>
          </p:cNvPr>
          <p:cNvSpPr txBox="1"/>
          <p:nvPr/>
        </p:nvSpPr>
        <p:spPr>
          <a:xfrm>
            <a:off x="6097074" y="2155966"/>
            <a:ext cx="60949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Global Model Layout:</a:t>
            </a:r>
          </a:p>
          <a:p>
            <a:r>
              <a:t>Features input modality projections, sequence stacking, stacked MamKANformer Blocks (LayerNorm, Mamba, Multi-Head Attention, B-spline KAN), average sequence pooling, followed by post-block KAN Layer 1, KAN Layer 2 (FHE Hook), KAN Layer 3, and classification head.</a:t>
            </a:r>
          </a:p>
        </p:txBody>
      </p:sp>
      <p:pic>
        <p:nvPicPr>
          <p:cNvPr id="9" name="Picture 8" descr="The provided text is a code snippet from a PyTorch script that demonstrates how to load pre-trained weights from a checkpoint into a model, allowing for flexible adaptation of the model's final classification head to accommodate different numbers of classes in the dataset.&#10;&#10;AI-generated content may be incorrect.">
            <a:extLst>
              <a:ext uri="{FF2B5EF4-FFF2-40B4-BE49-F238E27FC236}">
                <a16:creationId xmlns:a16="http://schemas.microsoft.com/office/drawing/2014/main" id="{7837E06F-0A2F-BB65-7364-C8F638118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058178"/>
            <a:ext cx="4658701" cy="12996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9805F3-A2FB-65E2-4FF0-EB1BAAFC45C8}"/>
              </a:ext>
            </a:extLst>
          </p:cNvPr>
          <p:cNvSpPr txBox="1"/>
          <p:nvPr/>
        </p:nvSpPr>
        <p:spPr>
          <a:xfrm>
            <a:off x="6097074" y="3715048"/>
            <a:ext cx="60949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Loading Weights with strict=False:</a:t>
            </a:r>
          </a:p>
          <a:p/>
          <a:p>
            <a:r>
              <a:t>The server handles bootstrap weight adaptation to match the exact class structure of the target dataset, allowing the MamKANformer model to support different output class dimensions.</a:t>
            </a:r>
          </a:p>
        </p:txBody>
      </p:sp>
    </p:spTree>
    <p:extLst>
      <p:ext uri="{BB962C8B-B14F-4D97-AF65-F5344CB8AC3E}">
        <p14:creationId xmlns:p14="http://schemas.microsoft.com/office/powerpoint/2010/main" val="1605632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0E0A3-E930-F9D6-92C0-F76CD0407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6D8EE-2ECC-7CA0-0ED1-DD776A8FC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MamKANformer Parameters Breakdown: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629C9-F579-C211-FC5E-227944FA0133}"/>
              </a:ext>
            </a:extLst>
          </p:cNvPr>
          <p:cNvSpPr txBox="1"/>
          <p:nvPr/>
        </p:nvSpPr>
        <p:spPr>
          <a:xfrm>
            <a:off x="1803042" y="2459865"/>
            <a:ext cx="65553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Total Parameters: 609,476 (CAN-VTC Configuration)</a:t>
            </a:r>
          </a:p>
          <a:p/>
          <a:p>
            <a:r>
              <a:t>• Modality Projection Heads: 2,944 parameters</a:t>
            </a:r>
          </a:p>
          <a:p/>
          <a:p>
            <a:r>
              <a:t>• MamKANformer Blocks Stack: 251,136 parameters</a:t>
            </a:r>
          </a:p>
          <a:p>
            <a:r>
              <a:t>  - Mamba SSM Sub-layer</a:t>
            </a:r>
          </a:p>
          <a:p>
            <a:r>
              <a:t>  - Multi-Head Self-Attention Sub-layer</a:t>
            </a:r>
          </a:p>
          <a:p>
            <a:r>
              <a:t>  - B-spline KAN Sub-layer</a:t>
            </a:r>
          </a:p>
          <a:p/>
          <a:p>
            <a:r>
              <a:t>• Post-Block KAN Layers (Layer 1, 2, 3): 352,512 parameters</a:t>
            </a:r>
          </a:p>
          <a:p/>
          <a:p>
            <a:r>
              <a:t>• Classification Readout: 516 parameters</a:t>
            </a:r>
          </a:p>
        </p:txBody>
      </p:sp>
    </p:spTree>
    <p:extLst>
      <p:ext uri="{BB962C8B-B14F-4D97-AF65-F5344CB8AC3E}">
        <p14:creationId xmlns:p14="http://schemas.microsoft.com/office/powerpoint/2010/main" val="3835270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25F06-F1D5-BFC7-9432-B689BF24D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Homomorphic FHE Cryptography</a:t>
            </a:r>
          </a:p>
        </p:txBody>
      </p:sp>
      <p:pic>
        <p:nvPicPr>
          <p:cNvPr id="5" name="Picture 4" descr="The image depicts a code snippet in Python defining a dataclass named `IdentityKey` with private and public attributes, and a class method `generate` that creates a new `IdentityKey` instance.&#10;&#10;AI-generated content may be incorrect.">
            <a:extLst>
              <a:ext uri="{FF2B5EF4-FFF2-40B4-BE49-F238E27FC236}">
                <a16:creationId xmlns:a16="http://schemas.microsoft.com/office/drawing/2014/main" id="{FCABEA29-3618-0FAA-A0CD-C261FD706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213" y="2409491"/>
            <a:ext cx="4876701" cy="20390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CD52E8-29AF-B830-1800-481862E5210D}"/>
              </a:ext>
            </a:extLst>
          </p:cNvPr>
          <p:cNvSpPr txBox="1"/>
          <p:nvPr/>
        </p:nvSpPr>
        <p:spPr>
          <a:xfrm>
            <a:off x="1114023" y="1763161"/>
            <a:ext cx="11629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CKKS Homomorphic Encryption Scheme:</a:t>
            </a:r>
          </a:p>
          <a:p>
            <a:r>
              <a:t>Supports additions and scalar multiplications directly on real-numbered ciphertext vectors. The private key remains secure on the client (vehicle) and is never transmitted to the server.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D16F3F-9715-37BF-3487-2F9D4580F553}"/>
              </a:ext>
            </a:extLst>
          </p:cNvPr>
          <p:cNvSpPr txBox="1"/>
          <p:nvPr/>
        </p:nvSpPr>
        <p:spPr>
          <a:xfrm>
            <a:off x="1114023" y="4542681"/>
            <a:ext cx="63718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Full-Model FHE Processing:</a:t>
            </a:r>
          </a:p>
          <a:p>
            <a:r>
              <a:t>Weights of all layers are flattened, encrypted as a SimulatedCKKSVector, and sent. The server performs aggregation on the ciphertexts directly, maintaining zero plaintext exposure.</a:t>
            </a:r>
          </a:p>
        </p:txBody>
      </p:sp>
      <p:pic>
        <p:nvPicPr>
          <p:cNvPr id="11" name="Picture 10" descr="The image depicts a code snippet where a local identity verifies a peer's signature by concatenating their long-term public key with the peer's ephemeral public key, ensuring protection against Man-in-the-Middle (MITM) attacks.&#10;&#10;AI-generated content may be incorrect.">
            <a:extLst>
              <a:ext uri="{FF2B5EF4-FFF2-40B4-BE49-F238E27FC236}">
                <a16:creationId xmlns:a16="http://schemas.microsoft.com/office/drawing/2014/main" id="{FFE898ED-00AB-A21D-95EF-6E771F02D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213" y="5137496"/>
            <a:ext cx="5926883" cy="107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902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1BB6-5675-2C6E-03AE-A5AD40E8D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Homomorphic Aggregation &amp; Outlier Filtering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4C8091-DFF9-08B3-1F0D-F07114CA10BB}"/>
              </a:ext>
            </a:extLst>
          </p:cNvPr>
          <p:cNvSpPr txBox="1"/>
          <p:nvPr/>
        </p:nvSpPr>
        <p:spPr>
          <a:xfrm>
            <a:off x="1283059" y="1843498"/>
            <a:ext cx="43192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Homomorphic FedAvg Aggregation:</a:t>
            </a:r>
          </a:p>
          <a:p>
            <a:r>
              <a:t>Aggregates updates by evaluating additions and scalar weights homomorphically:</a:t>
            </a:r>
          </a:p>
          <a:p>
            <a:r>
              <a:t>Enc(W_global) = sum( w_i * Enc(W_i) )</a:t>
            </a:r>
          </a:p>
          <a:p>
            <a:r>
              <a:t>Decryption is done locally on vehicles using the FHE private key.</a:t>
            </a:r>
          </a:p>
        </p:txBody>
      </p:sp>
      <p:pic>
        <p:nvPicPr>
          <p:cNvPr id="9" name="Picture 8" descr="The image shows a sequence of cryptographic operations, starting with the generation of an ephemeral ECDH key pair, followed by an Elliptic Curve Diffie-Hellman key exchange.&#10;&#10;AI-generated content may be incorrect.">
            <a:extLst>
              <a:ext uri="{FF2B5EF4-FFF2-40B4-BE49-F238E27FC236}">
                <a16:creationId xmlns:a16="http://schemas.microsoft.com/office/drawing/2014/main" id="{0D6C7096-4030-3764-EB08-6F2A2779A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18662"/>
            <a:ext cx="4580317" cy="1121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E9EB72-42F7-A765-4908-F928CCA4B180}"/>
              </a:ext>
            </a:extLst>
          </p:cNvPr>
          <p:cNvSpPr txBox="1"/>
          <p:nvPr/>
        </p:nvSpPr>
        <p:spPr>
          <a:xfrm>
            <a:off x="1283059" y="3288868"/>
            <a:ext cx="43192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Homomorphic Multi-Krum Outlier Rejection:</a:t>
            </a:r>
          </a:p>
          <a:p>
            <a:r>
              <a:t>Aggregator server computes Euclidean distances between the encrypted weight updates to run scoring and filter out Byzantine clients before aggregation, protecting against model poisoning attacks.</a:t>
            </a:r>
          </a:p>
        </p:txBody>
      </p:sp>
      <p:pic>
        <p:nvPicPr>
          <p:cNvPr id="13" name="Picture 12" descr="FedIoV/v1/aes-256-gcm&#10;&#10;AI-generated content may be incorrect.">
            <a:extLst>
              <a:ext uri="{FF2B5EF4-FFF2-40B4-BE49-F238E27FC236}">
                <a16:creationId xmlns:a16="http://schemas.microsoft.com/office/drawing/2014/main" id="{687D1959-A753-61C9-73BA-6378880B8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73371"/>
            <a:ext cx="3719162" cy="170832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BC583B4-AD1E-A742-CE13-DD96FD979D5D}"/>
              </a:ext>
            </a:extLst>
          </p:cNvPr>
          <p:cNvSpPr txBox="1"/>
          <p:nvPr/>
        </p:nvSpPr>
        <p:spPr>
          <a:xfrm>
            <a:off x="1283059" y="5011237"/>
            <a:ext cx="42677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End-to-End Privacy: No transport keys or AES; security is guaranteed by FHE mathematical bounds.</a:t>
            </a:r>
          </a:p>
        </p:txBody>
      </p:sp>
    </p:spTree>
    <p:extLst>
      <p:ext uri="{BB962C8B-B14F-4D97-AF65-F5344CB8AC3E}">
        <p14:creationId xmlns:p14="http://schemas.microsoft.com/office/powerpoint/2010/main" val="4202524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Optimization Setup (Genetic Algorithm)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40ACEC-DA7A-4FE6-B499-AF73BF41EF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9700" y="2146931"/>
            <a:ext cx="10400227" cy="3431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Purpose: Prepares the system for robust, privacy-preserving federated training across a vehicle fleet.</a:t>
            </a:r>
          </a:p>
          <a:p/>
          <a:p>
            <a:r>
              <a:t>• Simulation Grid Setup: Dirichlet concentration (alpha = 0.3), sharding the dataset non-IID.</a:t>
            </a:r>
          </a:p>
          <a:p>
            <a:r>
              <a:t>• Client Settings: N = 10 simulated vehicle nodes, local epochs E = 1 per round, client sampling rate q = 70%.</a:t>
            </a:r>
          </a:p>
          <a:p>
            <a:r>
              <a:t>• Optimizer Config: AdamW optimizer, batch size = 96, learning rate = 5e-4.</a:t>
            </a:r>
          </a:p>
          <a:p>
            <a:r>
              <a:t>• Security Context: Simulated CKKS vector context representing FHE encryption.</a:t>
            </a:r>
          </a:p>
        </p:txBody>
      </p:sp>
    </p:spTree>
    <p:extLst>
      <p:ext uri="{BB962C8B-B14F-4D97-AF65-F5344CB8AC3E}">
        <p14:creationId xmlns:p14="http://schemas.microsoft.com/office/powerpoint/2010/main" val="2992409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Integrity Verification &amp; Phase Boundaries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7625CC-1514-4CCD-AA1C-8F678B0466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9700" y="2316207"/>
            <a:ext cx="8357737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Homomorphic Aggregation &amp; Validation:</a:t>
            </a:r>
          </a:p>
          <a:p>
            <a:r>
              <a:t>• Server aggregates FHE ciphertexts homomorphically.</a:t>
            </a:r>
          </a:p>
          <a:p>
            <a:r>
              <a:t>• Clients receive global ciphertext and decrypt it using their private keys.</a:t>
            </a:r>
          </a:p>
          <a:p>
            <a:r>
              <a:t>• Integrity Check: Reconstructed weights match mathematical expectations, verifying zero-loss encryption.</a:t>
            </a:r>
          </a:p>
          <a:p/>
          <a:p>
            <a:r>
              <a:t>Complete FHE Simulation (Phase 2):</a:t>
            </a:r>
          </a:p>
          <a:p>
            <a:r>
              <a:t>• Centralized transport key handshakes (AES/ECDH) are fully deprecated.</a:t>
            </a:r>
          </a:p>
          <a:p>
            <a:r>
              <a:t>• Simulated federated rounds are executed sequentially across all 4 target datasets.</a:t>
            </a:r>
          </a:p>
          <a:p>
            <a:r>
              <a:t>• Results compiled into a simulation report.</a:t>
            </a:r>
          </a:p>
        </p:txBody>
      </p:sp>
    </p:spTree>
    <p:extLst>
      <p:ext uri="{BB962C8B-B14F-4D97-AF65-F5344CB8AC3E}">
        <p14:creationId xmlns:p14="http://schemas.microsoft.com/office/powerpoint/2010/main" val="1842757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Proof of Work &amp; Smoke Test Results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A5046B-7452-4EF2-9EE2-781431F9D2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9700" y="2146930"/>
            <a:ext cx="9364871" cy="3431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System Sanity Check:</a:t>
            </a:r>
          </a:p>
          <a:p>
            <a:r>
              <a:t>• FHE Aggregation Time: Completed in ~4.5s to 99.8s depending on dataset size.</a:t>
            </a:r>
          </a:p>
          <a:p>
            <a:r>
              <a:t>• Outlier Rejection: Multi-Krum successfully filtered out Byzantine nodes.</a:t>
            </a:r>
          </a:p>
          <a:p/>
          <a:p>
            <a:r>
              <a:t>Multi-Round Federated FHE Performance (3 Rounds):</a:t>
            </a:r>
          </a:p>
          <a:p>
            <a:r>
              <a:t>• CAN-VTC: 64.29% Accuracy | 0.9953 ROC-AUC</a:t>
            </a:r>
          </a:p>
          <a:p>
            <a:r>
              <a:t>• Car-Hacking: 35.71% Accuracy | 0.9026 ROC-AUC</a:t>
            </a:r>
          </a:p>
          <a:p>
            <a:r>
              <a:t>• CICIDS-2017: 99.58% Accuracy | 0.9465 ROC-AUC</a:t>
            </a:r>
          </a:p>
          <a:p>
            <a:r>
              <a:t>• VeReMi: 73.81% Accuracy | 0.5188 ROC-AUC (Reflects early round non-IID training)</a:t>
            </a:r>
          </a:p>
        </p:txBody>
      </p:sp>
    </p:spTree>
    <p:extLst>
      <p:ext uri="{BB962C8B-B14F-4D97-AF65-F5344CB8AC3E}">
        <p14:creationId xmlns:p14="http://schemas.microsoft.com/office/powerpoint/2010/main" val="2365625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88361C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902</Words>
  <Application>Microsoft Office PowerPoint</Application>
  <PresentationFormat>Widescreen</PresentationFormat>
  <Paragraphs>102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Google Sans Text</vt:lpstr>
      <vt:lpstr>Office Theme</vt:lpstr>
      <vt:lpstr>Privacy Preserving Collaborative IDS for Internet of vehicle networks</vt:lpstr>
      <vt:lpstr>Content:</vt:lpstr>
      <vt:lpstr>Overall Architecture(phases):</vt:lpstr>
      <vt:lpstr>    High-Level Architecture (The Pipeline)</vt:lpstr>
      <vt:lpstr>Data Unification &amp; Real-World Simulation</vt:lpstr>
      <vt:lpstr> Unified Dataset Adapter Interface: </vt:lpstr>
      <vt:lpstr>  Unifying Heterogeneous Data to a Timeless 46-D Feature Vector </vt:lpstr>
      <vt:lpstr> Normalization &amp; Preprocessing </vt:lpstr>
      <vt:lpstr>Dirichlet:</vt:lpstr>
      <vt:lpstr>Core Model &amp; Cryptographic Security</vt:lpstr>
      <vt:lpstr> KANConvNet &amp; Adapting Weights </vt:lpstr>
      <vt:lpstr> ConvAutoEncoder parameters: </vt:lpstr>
      <vt:lpstr> The Secure Channel Cryptography </vt:lpstr>
      <vt:lpstr>PowerPoint Presentation</vt:lpstr>
      <vt:lpstr>Optimization Setup (Genetic Algorithm)</vt:lpstr>
      <vt:lpstr>Integrity Verification &amp; Phase Boundaries</vt:lpstr>
      <vt:lpstr>Proof of Work &amp; Smoke Test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Preserving Collaborative IDS for Internet of vehicle networks</dc:title>
  <dc:creator>Dr. Uma Maheswari S - [Cyber Security]</dc:creator>
  <cp:lastModifiedBy>S SK</cp:lastModifiedBy>
  <cp:revision>3</cp:revision>
  <dcterms:created xsi:type="dcterms:W3CDTF">2026-05-08T09:13:32Z</dcterms:created>
  <dcterms:modified xsi:type="dcterms:W3CDTF">2026-06-07T14:56:34Z</dcterms:modified>
</cp:coreProperties>
</file>