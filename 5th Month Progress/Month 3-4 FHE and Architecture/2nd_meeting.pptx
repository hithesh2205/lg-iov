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1" r:id="rId6"/>
    <p:sldId id="267" r:id="rId7"/>
    <p:sldId id="268" r:id="rId8"/>
    <p:sldId id="269" r:id="rId9"/>
    <p:sldId id="270" r:id="rId10"/>
    <p:sldId id="260" r:id="rId11"/>
    <p:sldId id="271" r:id="rId12"/>
    <p:sldId id="274" r:id="rId13"/>
    <p:sldId id="272" r:id="rId14"/>
    <p:sldId id="273" r:id="rId15"/>
    <p:sldId id="263" r:id="rId16"/>
    <p:sldId id="262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50641-A0E7-424B-BD59-A81F32159879}" v="23" dt="2026-06-07T14:55:29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SK" userId="98403871db0ab82b" providerId="LiveId" clId="{90C98A4D-90FC-4B25-8A97-24EE4C178DBC}"/>
    <pc:docChg chg="undo custSel addSld modSld sldOrd">
      <pc:chgData name="S SK" userId="98403871db0ab82b" providerId="LiveId" clId="{90C98A4D-90FC-4B25-8A97-24EE4C178DBC}" dt="2026-06-07T14:56:32.445" v="827" actId="255"/>
      <pc:docMkLst>
        <pc:docMk/>
      </pc:docMkLst>
      <pc:sldChg chg="modSp mod">
        <pc:chgData name="S SK" userId="98403871db0ab82b" providerId="LiveId" clId="{90C98A4D-90FC-4B25-8A97-24EE4C178DBC}" dt="2026-06-01T16:50:29.940" v="1" actId="14100"/>
        <pc:sldMkLst>
          <pc:docMk/>
          <pc:sldMk cId="2654737193" sldId="256"/>
        </pc:sldMkLst>
        <pc:spChg chg="mod">
          <ac:chgData name="S SK" userId="98403871db0ab82b" providerId="LiveId" clId="{90C98A4D-90FC-4B25-8A97-24EE4C178DBC}" dt="2026-06-01T16:50:29.940" v="1" actId="14100"/>
          <ac:spMkLst>
            <pc:docMk/>
            <pc:sldMk cId="2654737193" sldId="256"/>
            <ac:spMk id="2" creationId="{4A15900B-B9CF-BAB6-D90D-E47BD0755202}"/>
          </ac:spMkLst>
        </pc:spChg>
      </pc:sldChg>
      <pc:sldChg chg="addSp modSp mod">
        <pc:chgData name="S SK" userId="98403871db0ab82b" providerId="LiveId" clId="{90C98A4D-90FC-4B25-8A97-24EE4C178DBC}" dt="2026-06-01T16:57:29.578" v="88" actId="255"/>
        <pc:sldMkLst>
          <pc:docMk/>
          <pc:sldMk cId="1551068285" sldId="257"/>
        </pc:sldMkLst>
        <pc:spChg chg="add mod">
          <ac:chgData name="S SK" userId="98403871db0ab82b" providerId="LiveId" clId="{90C98A4D-90FC-4B25-8A97-24EE4C178DBC}" dt="2026-06-01T16:57:21.428" v="87" actId="255"/>
          <ac:spMkLst>
            <pc:docMk/>
            <pc:sldMk cId="1551068285" sldId="257"/>
            <ac:spMk id="3" creationId="{446DADBE-298B-702F-5355-1F1862EAD623}"/>
          </ac:spMkLst>
        </pc:spChg>
        <pc:spChg chg="mod">
          <ac:chgData name="S SK" userId="98403871db0ab82b" providerId="LiveId" clId="{90C98A4D-90FC-4B25-8A97-24EE4C178DBC}" dt="2026-06-01T16:57:29.578" v="88" actId="255"/>
          <ac:spMkLst>
            <pc:docMk/>
            <pc:sldMk cId="1551068285" sldId="257"/>
            <ac:spMk id="4" creationId="{05FD675F-801B-40E8-9408-0C378AA6AE3E}"/>
          </ac:spMkLst>
        </pc:spChg>
      </pc:sldChg>
      <pc:sldChg chg="modSp mod">
        <pc:chgData name="S SK" userId="98403871db0ab82b" providerId="LiveId" clId="{90C98A4D-90FC-4B25-8A97-24EE4C178DBC}" dt="2026-06-07T14:07:51.153" v="491" actId="20577"/>
        <pc:sldMkLst>
          <pc:docMk/>
          <pc:sldMk cId="1379806657" sldId="260"/>
        </pc:sldMkLst>
        <pc:spChg chg="mod">
          <ac:chgData name="S SK" userId="98403871db0ab82b" providerId="LiveId" clId="{90C98A4D-90FC-4B25-8A97-24EE4C178DBC}" dt="2026-06-07T14:07:51.153" v="491" actId="20577"/>
          <ac:spMkLst>
            <pc:docMk/>
            <pc:sldMk cId="1379806657" sldId="260"/>
            <ac:spMk id="4" creationId="{C6B8F432-628B-4723-AECE-958496A7D333}"/>
          </ac:spMkLst>
        </pc:spChg>
      </pc:sldChg>
      <pc:sldChg chg="modSp mod">
        <pc:chgData name="S SK" userId="98403871db0ab82b" providerId="LiveId" clId="{90C98A4D-90FC-4B25-8A97-24EE4C178DBC}" dt="2026-06-01T17:27:05.875" v="180" actId="20577"/>
        <pc:sldMkLst>
          <pc:docMk/>
          <pc:sldMk cId="3580214471" sldId="261"/>
        </pc:sldMkLst>
        <pc:spChg chg="mod">
          <ac:chgData name="S SK" userId="98403871db0ab82b" providerId="LiveId" clId="{90C98A4D-90FC-4B25-8A97-24EE4C178DBC}" dt="2026-06-01T17:27:05.875" v="180" actId="20577"/>
          <ac:spMkLst>
            <pc:docMk/>
            <pc:sldMk cId="3580214471" sldId="261"/>
            <ac:spMk id="4" creationId="{CF1F2850-DFF4-4C2D-B5DB-E08B7B57E06A}"/>
          </ac:spMkLst>
        </pc:spChg>
      </pc:sldChg>
      <pc:sldChg chg="modSp mod">
        <pc:chgData name="S SK" userId="98403871db0ab82b" providerId="LiveId" clId="{90C98A4D-90FC-4B25-8A97-24EE4C178DBC}" dt="2026-06-01T17:02:23.988" v="177" actId="20577"/>
        <pc:sldMkLst>
          <pc:docMk/>
          <pc:sldMk cId="1842757035" sldId="262"/>
        </pc:sldMkLst>
        <pc:spChg chg="mod">
          <ac:chgData name="S SK" userId="98403871db0ab82b" providerId="LiveId" clId="{90C98A4D-90FC-4B25-8A97-24EE4C178DBC}" dt="2026-06-01T17:02:23.988" v="177" actId="20577"/>
          <ac:spMkLst>
            <pc:docMk/>
            <pc:sldMk cId="1842757035" sldId="262"/>
            <ac:spMk id="4" creationId="{0D7625CC-1514-4CCD-AA1C-8F678B0466DF}"/>
          </ac:spMkLst>
        </pc:spChg>
      </pc:sldChg>
      <pc:sldChg chg="modSp mod">
        <pc:chgData name="S SK" userId="98403871db0ab82b" providerId="LiveId" clId="{90C98A4D-90FC-4B25-8A97-24EE4C178DBC}" dt="2026-06-01T17:01:09.752" v="176" actId="20577"/>
        <pc:sldMkLst>
          <pc:docMk/>
          <pc:sldMk cId="2992409775" sldId="263"/>
        </pc:sldMkLst>
        <pc:spChg chg="mod">
          <ac:chgData name="S SK" userId="98403871db0ab82b" providerId="LiveId" clId="{90C98A4D-90FC-4B25-8A97-24EE4C178DBC}" dt="2026-06-01T17:01:09.752" v="176" actId="20577"/>
          <ac:spMkLst>
            <pc:docMk/>
            <pc:sldMk cId="2992409775" sldId="263"/>
            <ac:spMk id="4" creationId="{B740ACEC-DA7A-4FE6-B499-AF73BF41EF3E}"/>
          </ac:spMkLst>
        </pc:spChg>
      </pc:sldChg>
      <pc:sldChg chg="modSp mod">
        <pc:chgData name="S SK" userId="98403871db0ab82b" providerId="LiveId" clId="{90C98A4D-90FC-4B25-8A97-24EE4C178DBC}" dt="2026-06-01T17:02:49.702" v="179" actId="255"/>
        <pc:sldMkLst>
          <pc:docMk/>
          <pc:sldMk cId="2365625632" sldId="264"/>
        </pc:sldMkLst>
        <pc:spChg chg="mod">
          <ac:chgData name="S SK" userId="98403871db0ab82b" providerId="LiveId" clId="{90C98A4D-90FC-4B25-8A97-24EE4C178DBC}" dt="2026-06-01T17:02:49.702" v="179" actId="255"/>
          <ac:spMkLst>
            <pc:docMk/>
            <pc:sldMk cId="2365625632" sldId="264"/>
            <ac:spMk id="4" creationId="{57A5046B-7452-4EF2-9EE2-781431F9D284}"/>
          </ac:spMkLst>
        </pc:spChg>
      </pc:sldChg>
      <pc:sldChg chg="modSp add mod">
        <pc:chgData name="S SK" userId="98403871db0ab82b" providerId="LiveId" clId="{90C98A4D-90FC-4B25-8A97-24EE4C178DBC}" dt="2026-06-01T16:52:41.046" v="44" actId="20577"/>
        <pc:sldMkLst>
          <pc:docMk/>
          <pc:sldMk cId="2905560675" sldId="265"/>
        </pc:sldMkLst>
        <pc:spChg chg="mod">
          <ac:chgData name="S SK" userId="98403871db0ab82b" providerId="LiveId" clId="{90C98A4D-90FC-4B25-8A97-24EE4C178DBC}" dt="2026-06-01T16:52:10.181" v="17" actId="14100"/>
          <ac:spMkLst>
            <pc:docMk/>
            <pc:sldMk cId="2905560675" sldId="265"/>
            <ac:spMk id="2" creationId="{89A03760-F4B4-6A15-F5F2-2AC2DEF4DAB2}"/>
          </ac:spMkLst>
        </pc:spChg>
        <pc:spChg chg="mod">
          <ac:chgData name="S SK" userId="98403871db0ab82b" providerId="LiveId" clId="{90C98A4D-90FC-4B25-8A97-24EE4C178DBC}" dt="2026-06-01T16:52:41.046" v="44" actId="20577"/>
          <ac:spMkLst>
            <pc:docMk/>
            <pc:sldMk cId="2905560675" sldId="265"/>
            <ac:spMk id="3" creationId="{D63AC718-BADA-6FDE-E6E0-12C87E05FD88}"/>
          </ac:spMkLst>
        </pc:spChg>
      </pc:sldChg>
      <pc:sldChg chg="modSp add mod">
        <pc:chgData name="S SK" userId="98403871db0ab82b" providerId="LiveId" clId="{90C98A4D-90FC-4B25-8A97-24EE4C178DBC}" dt="2026-06-01T16:56:49.479" v="77" actId="20577"/>
        <pc:sldMkLst>
          <pc:docMk/>
          <pc:sldMk cId="386878855" sldId="266"/>
        </pc:sldMkLst>
        <pc:spChg chg="mod">
          <ac:chgData name="S SK" userId="98403871db0ab82b" providerId="LiveId" clId="{90C98A4D-90FC-4B25-8A97-24EE4C178DBC}" dt="2026-06-01T16:56:49.479" v="77" actId="20577"/>
          <ac:spMkLst>
            <pc:docMk/>
            <pc:sldMk cId="386878855" sldId="266"/>
            <ac:spMk id="2" creationId="{9DBABF57-0CCE-FC58-BEA8-564681307B95}"/>
          </ac:spMkLst>
        </pc:spChg>
      </pc:sldChg>
      <pc:sldChg chg="addSp delSp modSp new mod">
        <pc:chgData name="S SK" userId="98403871db0ab82b" providerId="LiveId" clId="{90C98A4D-90FC-4B25-8A97-24EE4C178DBC}" dt="2026-06-01T17:49:45.661" v="219" actId="27636"/>
        <pc:sldMkLst>
          <pc:docMk/>
          <pc:sldMk cId="685873498" sldId="267"/>
        </pc:sldMkLst>
        <pc:spChg chg="mod">
          <ac:chgData name="S SK" userId="98403871db0ab82b" providerId="LiveId" clId="{90C98A4D-90FC-4B25-8A97-24EE4C178DBC}" dt="2026-06-01T17:49:45.661" v="219" actId="27636"/>
          <ac:spMkLst>
            <pc:docMk/>
            <pc:sldMk cId="685873498" sldId="267"/>
            <ac:spMk id="2" creationId="{1B3A79D5-0F9F-3543-05B1-D12A0203A187}"/>
          </ac:spMkLst>
        </pc:spChg>
        <pc:spChg chg="add mod">
          <ac:chgData name="S SK" userId="98403871db0ab82b" providerId="LiveId" clId="{90C98A4D-90FC-4B25-8A97-24EE4C178DBC}" dt="2026-06-01T17:48:16.188" v="205" actId="14100"/>
          <ac:spMkLst>
            <pc:docMk/>
            <pc:sldMk cId="685873498" sldId="267"/>
            <ac:spMk id="11" creationId="{D55686C8-B94C-3905-3B3F-E513483D3CE3}"/>
          </ac:spMkLst>
        </pc:spChg>
        <pc:spChg chg="add mod">
          <ac:chgData name="S SK" userId="98403871db0ab82b" providerId="LiveId" clId="{90C98A4D-90FC-4B25-8A97-24EE4C178DBC}" dt="2026-06-01T17:49:01.291" v="214" actId="20577"/>
          <ac:spMkLst>
            <pc:docMk/>
            <pc:sldMk cId="685873498" sldId="267"/>
            <ac:spMk id="14" creationId="{AFBC6EC9-16D7-7FFC-DD71-6D11A13F90D0}"/>
          </ac:spMkLst>
        </pc:spChg>
        <pc:picChg chg="add mod">
          <ac:chgData name="S SK" userId="98403871db0ab82b" providerId="LiveId" clId="{90C98A4D-90FC-4B25-8A97-24EE4C178DBC}" dt="2026-06-01T17:48:46.060" v="208" actId="1076"/>
          <ac:picMkLst>
            <pc:docMk/>
            <pc:sldMk cId="685873498" sldId="267"/>
            <ac:picMk id="9" creationId="{AC91120D-3D69-AE9F-BE71-FFA5BE8B6515}"/>
          </ac:picMkLst>
        </pc:picChg>
      </pc:sldChg>
      <pc:sldChg chg="addSp delSp modSp add mod">
        <pc:chgData name="S SK" userId="98403871db0ab82b" providerId="LiveId" clId="{90C98A4D-90FC-4B25-8A97-24EE4C178DBC}" dt="2026-06-07T14:06:18.158" v="401" actId="1076"/>
        <pc:sldMkLst>
          <pc:docMk/>
          <pc:sldMk cId="4074760301" sldId="268"/>
        </pc:sldMkLst>
        <pc:spChg chg="mod">
          <ac:chgData name="S SK" userId="98403871db0ab82b" providerId="LiveId" clId="{90C98A4D-90FC-4B25-8A97-24EE4C178DBC}" dt="2026-06-01T17:51:23.021" v="239" actId="14100"/>
          <ac:spMkLst>
            <pc:docMk/>
            <pc:sldMk cId="4074760301" sldId="268"/>
            <ac:spMk id="2" creationId="{7E997934-8085-7842-AB8F-EE47353D069A}"/>
          </ac:spMkLst>
        </pc:spChg>
        <pc:spChg chg="add mod">
          <ac:chgData name="S SK" userId="98403871db0ab82b" providerId="LiveId" clId="{90C98A4D-90FC-4B25-8A97-24EE4C178DBC}" dt="2026-06-01T17:51:08.801" v="238" actId="14100"/>
          <ac:spMkLst>
            <pc:docMk/>
            <pc:sldMk cId="4074760301" sldId="268"/>
            <ac:spMk id="10" creationId="{E6B9868E-E1F4-71A6-AF92-287FF22FE493}"/>
          </ac:spMkLst>
        </pc:spChg>
        <pc:picChg chg="add mod">
          <ac:chgData name="S SK" userId="98403871db0ab82b" providerId="LiveId" clId="{90C98A4D-90FC-4B25-8A97-24EE4C178DBC}" dt="2026-06-07T14:06:18.158" v="401" actId="1076"/>
          <ac:picMkLst>
            <pc:docMk/>
            <pc:sldMk cId="4074760301" sldId="268"/>
            <ac:picMk id="7" creationId="{D4638FC7-41AA-4F57-17FE-634030FE886C}"/>
          </ac:picMkLst>
        </pc:picChg>
        <pc:picChg chg="add mod">
          <ac:chgData name="S SK" userId="98403871db0ab82b" providerId="LiveId" clId="{90C98A4D-90FC-4B25-8A97-24EE4C178DBC}" dt="2026-06-01T17:53:15.979" v="266" actId="1076"/>
          <ac:picMkLst>
            <pc:docMk/>
            <pc:sldMk cId="4074760301" sldId="268"/>
            <ac:picMk id="11" creationId="{8182FD73-CD0C-B739-B5C7-C24732DD9151}"/>
          </ac:picMkLst>
        </pc:picChg>
      </pc:sldChg>
      <pc:sldChg chg="addSp delSp modSp add mod ord">
        <pc:chgData name="S SK" userId="98403871db0ab82b" providerId="LiveId" clId="{90C98A4D-90FC-4B25-8A97-24EE4C178DBC}" dt="2026-06-01T17:53:37.246" v="270"/>
        <pc:sldMkLst>
          <pc:docMk/>
          <pc:sldMk cId="1424159225" sldId="269"/>
        </pc:sldMkLst>
        <pc:spChg chg="mod">
          <ac:chgData name="S SK" userId="98403871db0ab82b" providerId="LiveId" clId="{90C98A4D-90FC-4B25-8A97-24EE4C178DBC}" dt="2026-06-01T17:52:25.803" v="253" actId="27636"/>
          <ac:spMkLst>
            <pc:docMk/>
            <pc:sldMk cId="1424159225" sldId="269"/>
            <ac:spMk id="2" creationId="{528295A5-CF7E-3EAD-55B5-D6B3FF1246F2}"/>
          </ac:spMkLst>
        </pc:spChg>
        <pc:spChg chg="add mod">
          <ac:chgData name="S SK" userId="98403871db0ab82b" providerId="LiveId" clId="{90C98A4D-90FC-4B25-8A97-24EE4C178DBC}" dt="2026-06-01T17:52:47.841" v="260" actId="20577"/>
          <ac:spMkLst>
            <pc:docMk/>
            <pc:sldMk cId="1424159225" sldId="269"/>
            <ac:spMk id="11" creationId="{A632BDD6-9723-948D-5AC2-A6D91AC5B5C6}"/>
          </ac:spMkLst>
        </pc:spChg>
        <pc:picChg chg="add mod">
          <ac:chgData name="S SK" userId="98403871db0ab82b" providerId="LiveId" clId="{90C98A4D-90FC-4B25-8A97-24EE4C178DBC}" dt="2026-06-01T17:52:17.286" v="250" actId="962"/>
          <ac:picMkLst>
            <pc:docMk/>
            <pc:sldMk cId="1424159225" sldId="269"/>
            <ac:picMk id="8" creationId="{3AFEFB20-E8ED-8AC6-67AC-1394405AD249}"/>
          </ac:picMkLst>
        </pc:picChg>
      </pc:sldChg>
      <pc:sldChg chg="addSp delSp modSp add mod ord">
        <pc:chgData name="S SK" userId="98403871db0ab82b" providerId="LiveId" clId="{90C98A4D-90FC-4B25-8A97-24EE4C178DBC}" dt="2026-06-01T17:56:35.196" v="293" actId="255"/>
        <pc:sldMkLst>
          <pc:docMk/>
          <pc:sldMk cId="2580910011" sldId="270"/>
        </pc:sldMkLst>
        <pc:spChg chg="mod">
          <ac:chgData name="S SK" userId="98403871db0ab82b" providerId="LiveId" clId="{90C98A4D-90FC-4B25-8A97-24EE4C178DBC}" dt="2026-06-01T17:55:32.424" v="288" actId="20577"/>
          <ac:spMkLst>
            <pc:docMk/>
            <pc:sldMk cId="2580910011" sldId="270"/>
            <ac:spMk id="2" creationId="{F8047F7B-4793-17CB-1A8B-6A935C7045A4}"/>
          </ac:spMkLst>
        </pc:spChg>
        <pc:spChg chg="add mod">
          <ac:chgData name="S SK" userId="98403871db0ab82b" providerId="LiveId" clId="{90C98A4D-90FC-4B25-8A97-24EE4C178DBC}" dt="2026-06-01T17:56:35.196" v="293" actId="255"/>
          <ac:spMkLst>
            <pc:docMk/>
            <pc:sldMk cId="2580910011" sldId="270"/>
            <ac:spMk id="9" creationId="{C6E7ACAF-6E17-7E88-CBCE-9543005CAB91}"/>
          </ac:spMkLst>
        </pc:spChg>
        <pc:picChg chg="add mod">
          <ac:chgData name="S SK" userId="98403871db0ab82b" providerId="LiveId" clId="{90C98A4D-90FC-4B25-8A97-24EE4C178DBC}" dt="2026-06-01T17:55:25.059" v="278" actId="1076"/>
          <ac:picMkLst>
            <pc:docMk/>
            <pc:sldMk cId="2580910011" sldId="270"/>
            <ac:picMk id="7" creationId="{37AC98F9-9823-2DF3-D1D4-E4145FB84E9C}"/>
          </ac:picMkLst>
        </pc:picChg>
      </pc:sldChg>
      <pc:sldChg chg="addSp delSp modSp new mod">
        <pc:chgData name="S SK" userId="98403871db0ab82b" providerId="LiveId" clId="{90C98A4D-90FC-4B25-8A97-24EE4C178DBC}" dt="2026-06-01T18:36:22.550" v="327" actId="1076"/>
        <pc:sldMkLst>
          <pc:docMk/>
          <pc:sldMk cId="1605632015" sldId="271"/>
        </pc:sldMkLst>
        <pc:spChg chg="mod">
          <ac:chgData name="S SK" userId="98403871db0ab82b" providerId="LiveId" clId="{90C98A4D-90FC-4B25-8A97-24EE4C178DBC}" dt="2026-06-01T18:34:14.607" v="300" actId="27636"/>
          <ac:spMkLst>
            <pc:docMk/>
            <pc:sldMk cId="1605632015" sldId="271"/>
            <ac:spMk id="2" creationId="{1B74C357-0506-2FC2-0BA5-08FDE854D3B4}"/>
          </ac:spMkLst>
        </pc:spChg>
        <pc:spChg chg="add mod">
          <ac:chgData name="S SK" userId="98403871db0ab82b" providerId="LiveId" clId="{90C98A4D-90FC-4B25-8A97-24EE4C178DBC}" dt="2026-06-01T18:35:06.223" v="309" actId="20577"/>
          <ac:spMkLst>
            <pc:docMk/>
            <pc:sldMk cId="1605632015" sldId="271"/>
            <ac:spMk id="7" creationId="{2EEFB935-3F99-6095-758F-A2410F97F833}"/>
          </ac:spMkLst>
        </pc:spChg>
        <pc:spChg chg="add mod">
          <ac:chgData name="S SK" userId="98403871db0ab82b" providerId="LiveId" clId="{90C98A4D-90FC-4B25-8A97-24EE4C178DBC}" dt="2026-06-01T18:36:22.550" v="327" actId="1076"/>
          <ac:spMkLst>
            <pc:docMk/>
            <pc:sldMk cId="1605632015" sldId="271"/>
            <ac:spMk id="11" creationId="{C09805F3-A2FB-65E2-4FF0-EB1BAAFC45C8}"/>
          </ac:spMkLst>
        </pc:spChg>
        <pc:picChg chg="add mod">
          <ac:chgData name="S SK" userId="98403871db0ab82b" providerId="LiveId" clId="{90C98A4D-90FC-4B25-8A97-24EE4C178DBC}" dt="2026-06-01T18:34:40.977" v="305" actId="27614"/>
          <ac:picMkLst>
            <pc:docMk/>
            <pc:sldMk cId="1605632015" sldId="271"/>
            <ac:picMk id="5" creationId="{85A57F6D-8137-6B0F-2B03-994B427080BB}"/>
          </ac:picMkLst>
        </pc:picChg>
        <pc:picChg chg="add mod">
          <ac:chgData name="S SK" userId="98403871db0ab82b" providerId="LiveId" clId="{90C98A4D-90FC-4B25-8A97-24EE4C178DBC}" dt="2026-06-01T18:35:45.476" v="318" actId="1076"/>
          <ac:picMkLst>
            <pc:docMk/>
            <pc:sldMk cId="1605632015" sldId="271"/>
            <ac:picMk id="9" creationId="{7837E06F-0A2F-BB65-7364-C8F638118FBC}"/>
          </ac:picMkLst>
        </pc:picChg>
      </pc:sldChg>
      <pc:sldChg chg="addSp delSp modSp new mod">
        <pc:chgData name="S SK" userId="98403871db0ab82b" providerId="LiveId" clId="{90C98A4D-90FC-4B25-8A97-24EE4C178DBC}" dt="2026-06-07T14:11:30.426" v="615" actId="1076"/>
        <pc:sldMkLst>
          <pc:docMk/>
          <pc:sldMk cId="3998902809" sldId="272"/>
        </pc:sldMkLst>
        <pc:spChg chg="mod">
          <ac:chgData name="S SK" userId="98403871db0ab82b" providerId="LiveId" clId="{90C98A4D-90FC-4B25-8A97-24EE4C178DBC}" dt="2026-06-01T18:36:38.675" v="335" actId="27636"/>
          <ac:spMkLst>
            <pc:docMk/>
            <pc:sldMk cId="3998902809" sldId="272"/>
            <ac:spMk id="2" creationId="{8BC25F06-F1D5-BFC7-9432-B689BF24DF90}"/>
          </ac:spMkLst>
        </pc:spChg>
        <pc:spChg chg="add mod">
          <ac:chgData name="S SK" userId="98403871db0ab82b" providerId="LiveId" clId="{90C98A4D-90FC-4B25-8A97-24EE4C178DBC}" dt="2026-06-01T18:37:42.573" v="352" actId="14100"/>
          <ac:spMkLst>
            <pc:docMk/>
            <pc:sldMk cId="3998902809" sldId="272"/>
            <ac:spMk id="7" creationId="{56CD52E8-29AF-B830-1800-481862E5210D}"/>
          </ac:spMkLst>
        </pc:spChg>
        <pc:spChg chg="add mod">
          <ac:chgData name="S SK" userId="98403871db0ab82b" providerId="LiveId" clId="{90C98A4D-90FC-4B25-8A97-24EE4C178DBC}" dt="2026-06-01T18:38:10.985" v="356" actId="1076"/>
          <ac:spMkLst>
            <pc:docMk/>
            <pc:sldMk cId="3998902809" sldId="272"/>
            <ac:spMk id="9" creationId="{0FD16F3F-9715-37BF-3487-2F9D4580F553}"/>
          </ac:spMkLst>
        </pc:spChg>
        <pc:picChg chg="add mod">
          <ac:chgData name="S SK" userId="98403871db0ab82b" providerId="LiveId" clId="{90C98A4D-90FC-4B25-8A97-24EE4C178DBC}" dt="2026-06-01T18:38:35.237" v="363" actId="14100"/>
          <ac:picMkLst>
            <pc:docMk/>
            <pc:sldMk cId="3998902809" sldId="272"/>
            <ac:picMk id="5" creationId="{FCABEA29-3618-0FAA-A0CD-C261FD706246}"/>
          </ac:picMkLst>
        </pc:picChg>
        <pc:picChg chg="add mod">
          <ac:chgData name="S SK" userId="98403871db0ab82b" providerId="LiveId" clId="{90C98A4D-90FC-4B25-8A97-24EE4C178DBC}" dt="2026-06-07T14:11:30.426" v="615" actId="1076"/>
          <ac:picMkLst>
            <pc:docMk/>
            <pc:sldMk cId="3998902809" sldId="272"/>
            <ac:picMk id="11" creationId="{FFE898ED-00AB-A21D-95EF-6E771F02DE49}"/>
          </ac:picMkLst>
        </pc:picChg>
      </pc:sldChg>
      <pc:sldChg chg="addSp delSp modSp new mod">
        <pc:chgData name="S SK" userId="98403871db0ab82b" providerId="LiveId" clId="{90C98A4D-90FC-4B25-8A97-24EE4C178DBC}" dt="2026-06-07T14:11:22.336" v="613" actId="113"/>
        <pc:sldMkLst>
          <pc:docMk/>
          <pc:sldMk cId="4202524114" sldId="273"/>
        </pc:sldMkLst>
        <pc:spChg chg="add mod">
          <ac:chgData name="S SK" userId="98403871db0ab82b" providerId="LiveId" clId="{90C98A4D-90FC-4B25-8A97-24EE4C178DBC}" dt="2026-06-07T14:11:11.602" v="609" actId="113"/>
          <ac:spMkLst>
            <pc:docMk/>
            <pc:sldMk cId="4202524114" sldId="273"/>
            <ac:spMk id="7" creationId="{764C8091-DFF9-08B3-1F0D-F07114CA10BB}"/>
          </ac:spMkLst>
        </pc:spChg>
        <pc:spChg chg="add mod">
          <ac:chgData name="S SK" userId="98403871db0ab82b" providerId="LiveId" clId="{90C98A4D-90FC-4B25-8A97-24EE4C178DBC}" dt="2026-06-07T14:11:19.666" v="612" actId="113"/>
          <ac:spMkLst>
            <pc:docMk/>
            <pc:sldMk cId="4202524114" sldId="273"/>
            <ac:spMk id="11" creationId="{34E9EB72-42F7-A765-4908-F928CCA4B180}"/>
          </ac:spMkLst>
        </pc:spChg>
        <pc:spChg chg="add mod">
          <ac:chgData name="S SK" userId="98403871db0ab82b" providerId="LiveId" clId="{90C98A4D-90FC-4B25-8A97-24EE4C178DBC}" dt="2026-06-07T14:11:22.336" v="613" actId="113"/>
          <ac:spMkLst>
            <pc:docMk/>
            <pc:sldMk cId="4202524114" sldId="273"/>
            <ac:spMk id="15" creationId="{5BC583B4-AD1E-A742-CE13-DD96FD979D5D}"/>
          </ac:spMkLst>
        </pc:spChg>
        <pc:picChg chg="add mod">
          <ac:chgData name="S SK" userId="98403871db0ab82b" providerId="LiveId" clId="{90C98A4D-90FC-4B25-8A97-24EE4C178DBC}" dt="2026-06-01T18:40:29.644" v="387" actId="1076"/>
          <ac:picMkLst>
            <pc:docMk/>
            <pc:sldMk cId="4202524114" sldId="273"/>
            <ac:picMk id="9" creationId="{0D6C7096-4030-3764-EB08-6F2A2779A74A}"/>
          </ac:picMkLst>
        </pc:picChg>
        <pc:picChg chg="add mod">
          <ac:chgData name="S SK" userId="98403871db0ab82b" providerId="LiveId" clId="{90C98A4D-90FC-4B25-8A97-24EE4C178DBC}" dt="2026-06-01T18:40:31.164" v="388" actId="1076"/>
          <ac:picMkLst>
            <pc:docMk/>
            <pc:sldMk cId="4202524114" sldId="273"/>
            <ac:picMk id="13" creationId="{687D1959-A753-61C9-73BA-6378880B8DA1}"/>
          </ac:picMkLst>
        </pc:picChg>
        <pc:picChg chg="add del mod">
          <ac:chgData name="S SK" userId="98403871db0ab82b" providerId="LiveId" clId="{90C98A4D-90FC-4B25-8A97-24EE4C178DBC}" dt="2026-06-07T14:08:46.874" v="530" actId="478"/>
          <ac:picMkLst>
            <pc:docMk/>
            <pc:sldMk cId="4202524114" sldId="273"/>
            <ac:picMk id="17" creationId="{555DF747-E4B9-9EC9-C991-A6A744B230DE}"/>
          </ac:picMkLst>
        </pc:picChg>
      </pc:sldChg>
      <pc:sldChg chg="addSp delSp modSp add mod">
        <pc:chgData name="S SK" userId="98403871db0ab82b" providerId="LiveId" clId="{90C98A4D-90FC-4B25-8A97-24EE4C178DBC}" dt="2026-06-07T14:56:32.445" v="827" actId="255"/>
        <pc:sldMkLst>
          <pc:docMk/>
          <pc:sldMk cId="3835270599" sldId="274"/>
        </pc:sldMkLst>
        <pc:spChg chg="mod">
          <ac:chgData name="S SK" userId="98403871db0ab82b" providerId="LiveId" clId="{90C98A4D-90FC-4B25-8A97-24EE4C178DBC}" dt="2026-06-07T14:53:07.167" v="653" actId="20577"/>
          <ac:spMkLst>
            <pc:docMk/>
            <pc:sldMk cId="3835270599" sldId="274"/>
            <ac:spMk id="2" creationId="{16B6D8EE-2ECC-7CA0-0ED1-DD776A8FCE9C}"/>
          </ac:spMkLst>
        </pc:spChg>
        <pc:spChg chg="add mod">
          <ac:chgData name="S SK" userId="98403871db0ab82b" providerId="LiveId" clId="{90C98A4D-90FC-4B25-8A97-24EE4C178DBC}" dt="2026-06-07T14:56:32.445" v="827" actId="255"/>
          <ac:spMkLst>
            <pc:docMk/>
            <pc:sldMk cId="3835270599" sldId="274"/>
            <ac:spMk id="3" creationId="{D3E629C9-F579-C211-FC5E-227944FA0133}"/>
          </ac:spMkLst>
        </pc:spChg>
        <pc:spChg chg="del mod">
          <ac:chgData name="S SK" userId="98403871db0ab82b" providerId="LiveId" clId="{90C98A4D-90FC-4B25-8A97-24EE4C178DBC}" dt="2026-06-07T14:52:47.251" v="624"/>
          <ac:spMkLst>
            <pc:docMk/>
            <pc:sldMk cId="3835270599" sldId="274"/>
            <ac:spMk id="7" creationId="{95A83709-7024-1BCA-57A8-AC4916330C0C}"/>
          </ac:spMkLst>
        </pc:spChg>
        <pc:spChg chg="del mod">
          <ac:chgData name="S SK" userId="98403871db0ab82b" providerId="LiveId" clId="{90C98A4D-90FC-4B25-8A97-24EE4C178DBC}" dt="2026-06-07T14:52:47.250" v="622"/>
          <ac:spMkLst>
            <pc:docMk/>
            <pc:sldMk cId="3835270599" sldId="274"/>
            <ac:spMk id="11" creationId="{4EF3A1DE-5A50-9EC3-EFC7-E75C99125BF0}"/>
          </ac:spMkLst>
        </pc:spChg>
        <pc:picChg chg="del">
          <ac:chgData name="S SK" userId="98403871db0ab82b" providerId="LiveId" clId="{90C98A4D-90FC-4B25-8A97-24EE4C178DBC}" dt="2026-06-07T14:52:37.164" v="617" actId="478"/>
          <ac:picMkLst>
            <pc:docMk/>
            <pc:sldMk cId="3835270599" sldId="274"/>
            <ac:picMk id="5" creationId="{4359E912-D19D-7B2F-B3B8-3C415D0434D0}"/>
          </ac:picMkLst>
        </pc:picChg>
        <pc:picChg chg="del">
          <ac:chgData name="S SK" userId="98403871db0ab82b" providerId="LiveId" clId="{90C98A4D-90FC-4B25-8A97-24EE4C178DBC}" dt="2026-06-07T14:52:38.782" v="618" actId="478"/>
          <ac:picMkLst>
            <pc:docMk/>
            <pc:sldMk cId="3835270599" sldId="274"/>
            <ac:picMk id="9" creationId="{106DEC02-87D8-F4F1-FB55-F62F2F81CA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Privacy Preserving Collaborative IDS for Internet of vehicle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65" y="2209508"/>
            <a:ext cx="8705850" cy="781049"/>
          </a:xfrm>
        </p:spPr>
        <p:txBody>
          <a:bodyPr/>
          <a:lstStyle/>
          <a:p>
            <a:pPr algn="l"/>
            <a:r>
              <a:rPr lang="en-IN" dirty="0"/>
              <a:t>1. Architecture Pipeline 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65" y="2209508"/>
            <a:ext cx="8705850" cy="781049"/>
          </a:xfrm>
        </p:spPr>
        <p:txBody>
          <a:bodyPr/>
          <a:lstStyle/>
          <a:p>
            <a:pPr algn="l"/>
            <a:r>
              <a:rPr lang="en-IN" dirty="0"/>
              <a:t>1. Architecture Pipeline 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2275" y="2740014"/>
            <a:ext cx="9372374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Establish a cryptographically authenticated state before federated training begins.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Load &amp; Unify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Centralized Stratified Split (70% / 15% / 15%)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3: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Dirichlet Non-IID Partitioning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4: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Global Model Initialization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5: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Secure Channel Setup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6: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Genetic Algorithm (GA) Configuration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7: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Encrypted Broadcast &amp; Integrity Verification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DADBE-298B-702F-5355-1F1862EAD623}"/>
              </a:ext>
            </a:extLst>
          </p:cNvPr>
          <p:cNvSpPr txBox="1"/>
          <p:nvPr/>
        </p:nvSpPr>
        <p:spPr>
          <a:xfrm>
            <a:off x="1500389" y="2002665"/>
            <a:ext cx="3477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Phase 1: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454707"/>
            <a:ext cx="927388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Datasets Unified: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CAN-VTC, Car-Hacking, CICIDS 2017,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VeReMi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Stratified Splitting: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* 70% Train | 15% Validation | 15% Test.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Statistics (z-score) fitted only on the training split to prevent data leakage.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Simulating the Fleet (Non-IID Distribution):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Used Dirichlet allocation (</a:t>
            </a:r>
            <a:r>
              <a:rPr lang="el-GR" altLang="en-US" sz="1800" dirty="0">
                <a:latin typeface="Google Sans Text"/>
              </a:rPr>
              <a:t>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=0.3).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Distributes training data unevenly across simulated clients (50, 100, or 200).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Creates realistic "class skew" so no two vehicles see the exact same distribution of threats.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300818"/>
            <a:ext cx="10369442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Model: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KANConvNet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Global model initialized on the server with 145,668 parameters.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Supports loading pre-trained weights with strict=False to adapt to different dataset class counts.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Secure Channel: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Identity: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Long-term Ed25519 keys for mutual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Exchange: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ECDH-P256 generates fresh ephemeral keys.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Encryption: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FHE(functions left empty so FHE can be inserted into it)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Google Sans Text"/>
              </a:rPr>
              <a:t>Key-Derivation: </a:t>
            </a:r>
            <a:r>
              <a:rPr lang="en-US" altLang="en-US" sz="2000" dirty="0">
                <a:latin typeface="Google Sans Text"/>
              </a:rPr>
              <a:t>HKDF-SHA256 (HMAC-based Extract-and-Expand Key Derivation Function)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 err="1"/>
              <a:t>KANConvNet</a:t>
            </a:r>
            <a:r>
              <a:rPr lang="en-US" b="1" dirty="0"/>
              <a:t> &amp; Adapting Weights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 descr="The image shows a code snippet from a neural network architecture class, specifically a class named `KANConvNet` that includes components for a Fourier-based convolutional backbone and a Kolmogorov-Arnold Network (KAN) layer.&#10;&#10;AI-generated content may be incorrect.">
            <a:extLst>
              <a:ext uri="{FF2B5EF4-FFF2-40B4-BE49-F238E27FC236}">
                <a16:creationId xmlns:a16="http://schemas.microsoft.com/office/drawing/2014/main" id="{85A57F6D-8137-6B0F-2B03-994B4270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86" y="1503427"/>
            <a:ext cx="4658701" cy="5232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6097074" y="2155966"/>
            <a:ext cx="6094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Global model layout, which features a KAN convolutional backbone followed by a Fourier-basis KAN linear layer, hidden refinement blocks, and a final classification head:</a:t>
            </a:r>
            <a:endParaRPr lang="en-IN" dirty="0"/>
          </a:p>
        </p:txBody>
      </p:sp>
      <p:pic>
        <p:nvPicPr>
          <p:cNvPr id="9" name="Picture 8" descr="The provided text is a code snippet from a PyTorch script that demonstrates how to load pre-trained weights from a checkpoint into a model, allowing for flexible adaptation of the model's final classification head to accommodate different numbers of classes in the dataset.&#10;&#10;AI-generated content may be incorrect.">
            <a:extLst>
              <a:ext uri="{FF2B5EF4-FFF2-40B4-BE49-F238E27FC236}">
                <a16:creationId xmlns:a16="http://schemas.microsoft.com/office/drawing/2014/main" id="{7837E06F-0A2F-BB65-7364-C8F638118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58178"/>
            <a:ext cx="4658701" cy="1299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6097074" y="3715048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Loading Weights with strict=False:</a:t>
            </a:r>
          </a:p>
          <a:p>
            <a:endParaRPr lang="en-US" dirty="0"/>
          </a:p>
          <a:p>
            <a:r>
              <a:rPr lang="en-US" dirty="0"/>
              <a:t>The server handles bootstrap weight adaptation to match the exact class structure of the target dataset: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 err="1"/>
              <a:t>ConvAutoEncoder</a:t>
            </a:r>
            <a:r>
              <a:rPr lang="en-US" b="1" dirty="0"/>
              <a:t> parameters: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803042" y="2459865"/>
            <a:ext cx="65553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Total Parameters: 45,998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Encoder: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Weights – 22,848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Bias – 160</a:t>
            </a:r>
          </a:p>
          <a:p>
            <a:pPr lvl="1"/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Decoder: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Weights – 22,848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Bias - 142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The Secure Channel Cryptography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 descr="The image depicts a code snippet in Python defining a dataclass named `IdentityKey` with private and public attributes, and a class method `generate` that creates a new `IdentityKey` instance.&#10;&#10;AI-generated content may be incorrect.">
            <a:extLst>
              <a:ext uri="{FF2B5EF4-FFF2-40B4-BE49-F238E27FC236}">
                <a16:creationId xmlns:a16="http://schemas.microsoft.com/office/drawing/2014/main" id="{FCABEA29-3618-0FAA-A0CD-C261FD70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13" y="2409491"/>
            <a:ext cx="4876701" cy="2039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1114023" y="1763161"/>
            <a:ext cx="11629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Identity: Long-term Ed25519 Mutual Authentication</a:t>
            </a:r>
          </a:p>
          <a:p>
            <a:r>
              <a:rPr lang="en-US" dirty="0"/>
              <a:t>Each entity holds a long-term asymmetric Ed25519 keypair for identity authentication and signing during handshakes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1114023" y="4542681"/>
            <a:ext cx="6371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During the handshake, a party signs its ephemeral key plus the peer's public identity:</a:t>
            </a:r>
            <a:endParaRPr lang="en-IN" dirty="0"/>
          </a:p>
        </p:txBody>
      </p:sp>
      <p:pic>
        <p:nvPicPr>
          <p:cNvPr id="11" name="Picture 10" descr="The image depicts a code snippet where a local identity verifies a peer's signature by concatenating their long-term public key with the peer's ephemeral public key, ensuring protection against Man-in-the-Middle (MITM) attacks.&#10;&#10;AI-generated content may be incorrect.">
            <a:extLst>
              <a:ext uri="{FF2B5EF4-FFF2-40B4-BE49-F238E27FC236}">
                <a16:creationId xmlns:a16="http://schemas.microsoft.com/office/drawing/2014/main" id="{FFE898ED-00AB-A21D-95EF-6E771F02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13" y="5137496"/>
            <a:ext cx="5926883" cy="107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283059" y="1843498"/>
            <a:ext cx="4319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Exchange: </a:t>
            </a:r>
            <a:r>
              <a:rPr lang="en-US" dirty="0"/>
              <a:t>Ephemeral ECDH-P256</a:t>
            </a:r>
          </a:p>
          <a:p>
            <a:r>
              <a:rPr lang="en-US" dirty="0"/>
              <a:t>Fresh, short-lived (ephemeral) elliptic curve keypairs are generated and swapped to derive a shared secret:</a:t>
            </a:r>
            <a:endParaRPr lang="en-IN" dirty="0"/>
          </a:p>
        </p:txBody>
      </p:sp>
      <p:pic>
        <p:nvPicPr>
          <p:cNvPr id="9" name="Picture 8" descr="The image shows a sequence of cryptographic operations, starting with the generation of an ephemeral ECDH key pair, followed by an Elliptic Curve Diffie-Hellman key exchange.&#10;&#10;AI-generated content may be incorrect.">
            <a:extLst>
              <a:ext uri="{FF2B5EF4-FFF2-40B4-BE49-F238E27FC236}">
                <a16:creationId xmlns:a16="http://schemas.microsoft.com/office/drawing/2014/main" id="{0D6C7096-4030-3764-EB08-6F2A2779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8662"/>
            <a:ext cx="4580317" cy="1121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83059" y="3288868"/>
            <a:ext cx="4319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Key-Derivation: </a:t>
            </a:r>
            <a:r>
              <a:rPr lang="en-US" dirty="0"/>
              <a:t>HKDF-SHA256 (HMAC-based Extract-and-Expand)</a:t>
            </a:r>
          </a:p>
          <a:p>
            <a:r>
              <a:rPr lang="en-US" dirty="0"/>
              <a:t>The shared secret is combined with the handshake transcript to safely derive a symmetric key:</a:t>
            </a:r>
            <a:endParaRPr lang="en-IN" dirty="0"/>
          </a:p>
        </p:txBody>
      </p:sp>
      <p:pic>
        <p:nvPicPr>
          <p:cNvPr id="13" name="Picture 12" descr="FedIoV/v1/aes-256-gcm&#10;&#10;AI-generated content may be incorrect.">
            <a:extLst>
              <a:ext uri="{FF2B5EF4-FFF2-40B4-BE49-F238E27FC236}">
                <a16:creationId xmlns:a16="http://schemas.microsoft.com/office/drawing/2014/main" id="{687D1959-A753-61C9-73BA-6378880B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73371"/>
            <a:ext cx="3719162" cy="1708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83059" y="5011237"/>
            <a:ext cx="4267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Encryption: </a:t>
            </a:r>
            <a:r>
              <a:rPr lang="en-IN" dirty="0"/>
              <a:t>FHE adapter setup done so FHE part can be inserted here.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146931"/>
            <a:ext cx="10400227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Purpose: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Prepares the system to automatically tune itself for different vehicular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Search Space Defined: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Includes variables like batch size, epochs, momentum, L2 regularization, dropout, and optimizer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Combinatorial Space: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75,000 possible configurations.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Initial Population: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Sampled uniformly with a size of 50.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Evolution Parameters: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Locked to 20 generations with elitism set to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316207"/>
            <a:ext cx="8357737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Broadcast Verification (Step 7):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Server serializes and encrypts the global model state for each client.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Clients decrypt and reconstruct the model locally.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Integrity Check: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system compares the SHA-256 digest of the server’s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 against every client's reconstructed model to prove bit-perfect fidelity.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Excluded from Phase 1 by Design: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CarNet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dataset omitted per project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Deferred to Phase 2: Local training rounds, TOPSIS reduction, Multi-Krum aggregation,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GA fitness evaluation, and Differential Privacy noise.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146930"/>
            <a:ext cx="9364871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System Sanity Check: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Execution Time: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Completed in ~4.51 seconds for 50 clients.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Cryptographic Verification: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50/50 clients verified successfully.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1-Epoch Baseline Performance: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CAN-VTC: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99.89% Accuracy (Model learns instantly).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Car-Hacking: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94.96% Accuracy (Solid multi-class performance).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CICIDS-2017: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94.33% Accuracy (High detection on ~400k rows, minimal false positives).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VeReMi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73.81% Accuracy (Reflects expected class imbalance; requires Phase 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extended training to catch edge-case attacks).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902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Google Sans Text</vt:lpstr>
      <vt:lpstr>Office Theme</vt:lpstr>
      <vt:lpstr>Privacy Preserving Collaborative IDS for Internet of vehicle networks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Core Model &amp; Cryptographic Security</vt:lpstr>
      <vt:lpstr> KANConvNet &amp; Adapting Weights </vt:lpstr>
      <vt:lpstr> ConvAutoEncoder parameters: </vt:lpstr>
      <vt:lpstr> The Secure Channel Cryptography </vt:lpstr>
      <vt:lpstr>PowerPoint Presentation</vt:lpstr>
      <vt:lpstr>Optimization Setup (Genetic Algorithm)</vt:lpstr>
      <vt:lpstr>Integrity Verification &amp; Phase Boundaries</vt:lpstr>
      <vt:lpstr>Proof of Work &amp; Smoke Test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Dr. Uma Maheswari S - [Cyber Security]</dc:creator>
  <cp:lastModifiedBy>S SK</cp:lastModifiedBy>
  <cp:revision>3</cp:revision>
  <dcterms:created xsi:type="dcterms:W3CDTF">2026-05-08T09:13:32Z</dcterms:created>
  <dcterms:modified xsi:type="dcterms:W3CDTF">2026-06-07T14:56:34Z</dcterms:modified>
</cp:coreProperties>
</file>